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70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01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9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8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2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96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2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309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42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75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7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33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293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653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75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936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60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3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Swing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Overview of Java Swing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Java Swing?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Swing is a part of Java Foundation Classes (JFC) used to create window-based applications. It provides a rich set of components such as buttons, checkboxes, tables, etc., to build GUI applications.</a:t>
            </a:r>
          </a:p>
          <a:p>
            <a:r>
              <a:t>It is built on top of AWT (Abstract Window Toolkit) and provides more sophisticated components.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Creating a Simple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7707296" cy="3997119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This example shows how to create a basic </a:t>
            </a:r>
            <a:r>
              <a:rPr dirty="0" err="1"/>
              <a:t>JFrame</a:t>
            </a:r>
            <a:r>
              <a:rPr dirty="0"/>
              <a:t> window in Swing.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import </a:t>
            </a:r>
            <a:r>
              <a:rPr dirty="0" err="1"/>
              <a:t>javax.swing.JFrame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public class </a:t>
            </a:r>
            <a:r>
              <a:rPr dirty="0" err="1"/>
              <a:t>SimpleWindow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JFrame</a:t>
            </a:r>
            <a:r>
              <a:rPr dirty="0"/>
              <a:t> frame = new </a:t>
            </a:r>
            <a:r>
              <a:rPr dirty="0" err="1"/>
              <a:t>JFrame</a:t>
            </a:r>
            <a:r>
              <a:rPr dirty="0"/>
              <a:t>('Simple Window');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frame.setSize</a:t>
            </a:r>
            <a:r>
              <a:rPr dirty="0"/>
              <a:t>(300, 200);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frame.setDefaultCloseOperation</a:t>
            </a:r>
            <a:r>
              <a:rPr dirty="0"/>
              <a:t>(</a:t>
            </a:r>
            <a:r>
              <a:rPr dirty="0" err="1"/>
              <a:t>JFrame.EXIT_ON_CLOSE</a:t>
            </a:r>
            <a:r>
              <a:rPr dirty="0"/>
              <a:t>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frame.setVisible</a:t>
            </a:r>
            <a:r>
              <a:rPr dirty="0"/>
              <a:t>(true);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Adding Components to JFrame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661247" cy="4069482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In this example, we add a button and a label to the </a:t>
            </a:r>
            <a:r>
              <a:rPr dirty="0" err="1"/>
              <a:t>JFrame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import </a:t>
            </a:r>
            <a:r>
              <a:rPr dirty="0" err="1"/>
              <a:t>javax.swing</a:t>
            </a:r>
            <a:r>
              <a:rPr dirty="0"/>
              <a:t>.*;</a:t>
            </a:r>
          </a:p>
          <a:p>
            <a:pPr marL="0" indent="0">
              <a:buNone/>
            </a:pPr>
            <a:r>
              <a:rPr dirty="0"/>
              <a:t>public class </a:t>
            </a:r>
            <a:r>
              <a:rPr dirty="0" err="1"/>
              <a:t>AddComponents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JFrame</a:t>
            </a:r>
            <a:r>
              <a:rPr dirty="0"/>
              <a:t> frame = new </a:t>
            </a:r>
            <a:r>
              <a:rPr dirty="0" err="1"/>
              <a:t>JFrame</a:t>
            </a:r>
            <a:r>
              <a:rPr dirty="0"/>
              <a:t>('Add Components');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JButton</a:t>
            </a:r>
            <a:r>
              <a:rPr dirty="0"/>
              <a:t> button = new </a:t>
            </a:r>
            <a:r>
              <a:rPr dirty="0" err="1"/>
              <a:t>JButton</a:t>
            </a:r>
            <a:r>
              <a:rPr dirty="0"/>
              <a:t>('Click Me');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JLabel</a:t>
            </a:r>
            <a:r>
              <a:rPr dirty="0"/>
              <a:t> label = new </a:t>
            </a:r>
            <a:r>
              <a:rPr dirty="0" err="1"/>
              <a:t>JLabel</a:t>
            </a:r>
            <a:r>
              <a:rPr dirty="0"/>
              <a:t>('Hello, Swing!');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frame.add</a:t>
            </a:r>
            <a:r>
              <a:rPr dirty="0"/>
              <a:t>(button);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frame.add</a:t>
            </a:r>
            <a:r>
              <a:rPr dirty="0"/>
              <a:t>(label);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frame.setLayout</a:t>
            </a:r>
            <a:r>
              <a:rPr dirty="0"/>
              <a:t>(new </a:t>
            </a:r>
            <a:r>
              <a:rPr dirty="0" err="1"/>
              <a:t>FlowLayout</a:t>
            </a:r>
            <a:r>
              <a:rPr dirty="0"/>
              <a:t>());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frame.setSize</a:t>
            </a:r>
            <a:r>
              <a:rPr dirty="0"/>
              <a:t>(300, 200);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frame.setVisible</a:t>
            </a:r>
            <a:r>
              <a:rPr dirty="0"/>
              <a:t>(true);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Handling Events in Swing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95869"/>
            <a:ext cx="7687560" cy="4282548"/>
          </a:xfrm>
        </p:spPr>
        <p:txBody>
          <a:bodyPr>
            <a:normAutofit fontScale="47500" lnSpcReduction="20000"/>
          </a:bodyPr>
          <a:lstStyle/>
          <a:p>
            <a:r>
              <a:rPr dirty="0"/>
              <a:t>This example shows how to handle button click events using an ActionListener.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import </a:t>
            </a:r>
            <a:r>
              <a:rPr dirty="0" err="1"/>
              <a:t>javax.swing</a:t>
            </a:r>
            <a:r>
              <a:rPr dirty="0"/>
              <a:t>.*;</a:t>
            </a:r>
          </a:p>
          <a:p>
            <a:pPr marL="0" indent="0">
              <a:buNone/>
            </a:pPr>
            <a:r>
              <a:rPr dirty="0"/>
              <a:t>import </a:t>
            </a:r>
            <a:r>
              <a:rPr dirty="0" err="1"/>
              <a:t>java.awt.event</a:t>
            </a:r>
            <a:r>
              <a:rPr dirty="0"/>
              <a:t>.*;</a:t>
            </a:r>
          </a:p>
          <a:p>
            <a:pPr marL="0" indent="0">
              <a:buNone/>
            </a:pPr>
            <a:r>
              <a:rPr dirty="0"/>
              <a:t>public class </a:t>
            </a:r>
            <a:r>
              <a:rPr dirty="0" err="1"/>
              <a:t>EventHandling</a:t>
            </a:r>
            <a:r>
              <a:rPr dirty="0"/>
              <a:t>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JFrame</a:t>
            </a:r>
            <a:r>
              <a:rPr dirty="0"/>
              <a:t> frame = new </a:t>
            </a:r>
            <a:r>
              <a:rPr dirty="0" err="1"/>
              <a:t>JFrame</a:t>
            </a:r>
            <a:r>
              <a:rPr dirty="0"/>
              <a:t>('Event Handling');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JButton</a:t>
            </a:r>
            <a:r>
              <a:rPr dirty="0"/>
              <a:t> button = new </a:t>
            </a:r>
            <a:r>
              <a:rPr dirty="0" err="1"/>
              <a:t>JButton</a:t>
            </a:r>
            <a:r>
              <a:rPr dirty="0"/>
              <a:t>('Click Me');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button.addActionListener</a:t>
            </a:r>
            <a:r>
              <a:rPr dirty="0"/>
              <a:t>(new ActionListener() {</a:t>
            </a:r>
          </a:p>
          <a:p>
            <a:pPr marL="0" indent="0">
              <a:buNone/>
            </a:pPr>
            <a:r>
              <a:rPr dirty="0"/>
              <a:t>         public void </a:t>
            </a:r>
            <a:r>
              <a:rPr dirty="0" err="1"/>
              <a:t>actionPerformed</a:t>
            </a:r>
            <a:r>
              <a:rPr dirty="0"/>
              <a:t>(</a:t>
            </a:r>
            <a:r>
              <a:rPr dirty="0" err="1"/>
              <a:t>ActionEvent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      </a:t>
            </a:r>
            <a:r>
              <a:rPr dirty="0" err="1"/>
              <a:t>System.out.println</a:t>
            </a:r>
            <a:r>
              <a:rPr dirty="0"/>
              <a:t>('Button Clicked!');</a:t>
            </a:r>
          </a:p>
          <a:p>
            <a:pPr marL="0" indent="0">
              <a:buNone/>
            </a:pPr>
            <a:r>
              <a:rPr dirty="0"/>
              <a:t>         }</a:t>
            </a:r>
          </a:p>
          <a:p>
            <a:pPr marL="0" indent="0">
              <a:buNone/>
            </a:pPr>
            <a:r>
              <a:rPr dirty="0"/>
              <a:t>      });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frame.add</a:t>
            </a:r>
            <a:r>
              <a:rPr dirty="0"/>
              <a:t>(button);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frame.setSize</a:t>
            </a:r>
            <a:r>
              <a:rPr dirty="0"/>
              <a:t>(300, 200);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dirty="0" err="1"/>
              <a:t>frame.setVisible</a:t>
            </a:r>
            <a:r>
              <a:rPr dirty="0"/>
              <a:t>(true);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Java Swing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Lightweight components: Swing provides lightweight components that can be customized.</a:t>
            </a:r>
          </a:p>
          <a:p>
            <a:r>
              <a:t>2. Platform Independent: Java Swing applications are platform-independent.</a:t>
            </a:r>
          </a:p>
          <a:p>
            <a:r>
              <a:t>3. Rich set of components: Provides advanced components such as tables, trees, scroll panes, etc.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443</Words>
  <Application>Microsoft Office PowerPoint</Application>
  <PresentationFormat>On-screen Show (4:3)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Java Swing</vt:lpstr>
      <vt:lpstr>What is Java Swing?</vt:lpstr>
      <vt:lpstr>Example 1: Creating a Simple Window</vt:lpstr>
      <vt:lpstr>Example 2: Adding Components to JFrame</vt:lpstr>
      <vt:lpstr>Example 3: Handling Events in Swing</vt:lpstr>
      <vt:lpstr>Benefits of Java Swing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2024-09-26T18:03:46Z</dcterms:modified>
  <cp:category/>
</cp:coreProperties>
</file>