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8" d="100"/>
          <a:sy n="158" d="100"/>
        </p:scale>
        <p:origin x="107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65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6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29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2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7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7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70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53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98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3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59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05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5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31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4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26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Java Object-Oriented Programming (OOP)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An Introduction to OOP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is an object-oriented programming (OOP) language that organizes code into objects and classes. The four main principles of OOP are:</a:t>
            </a:r>
          </a:p>
          <a:p>
            <a:r>
              <a:t>1. Encapsulation</a:t>
            </a:r>
          </a:p>
          <a:p>
            <a:r>
              <a:t>2. Inheritance</a:t>
            </a:r>
          </a:p>
          <a:p>
            <a:r>
              <a:t>3. Polymorphism</a:t>
            </a:r>
          </a:p>
          <a:p>
            <a:r>
              <a:t>4. Abstraction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Inheritance allows one class to inherit the fields and methods of another class, enabling code reuse and hierarchy structure.</a:t>
            </a:r>
          </a:p>
          <a:p>
            <a:r>
              <a:t>Example 1: A subclass inheriting properties from a superclass.</a:t>
            </a:r>
          </a:p>
          <a:p>
            <a:r>
              <a:t>Example 2: Overriding methods in a subclass.</a:t>
            </a:r>
          </a:p>
          <a:p>
            <a:r>
              <a:t>Example 3: Using 'super' keyword to access parent class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Polymorphism allows one interface to be used for a general class of actions. The specific action is determined by the exact nature of the situation.</a:t>
            </a:r>
          </a:p>
          <a:p>
            <a:r>
              <a:t>Example 1: Method overloading (multiple methods with same name but different parameters).</a:t>
            </a:r>
          </a:p>
          <a:p>
            <a:r>
              <a:t>Example 2: Method overriding in inheritance (subclass overrides a parent class method).</a:t>
            </a:r>
          </a:p>
          <a:p>
            <a:r>
              <a:t>Example 3: Using interfaces to achieve polymorphism.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Encapsulation refers to the bundling of data (variables) and methods (functions) that operate on the data within a single unit or class. This ensures data security and hides implementation details from outside access.</a:t>
            </a:r>
          </a:p>
          <a:p>
            <a:r>
              <a:t>Example 1: Private fields with public getters and setters.</a:t>
            </a:r>
          </a:p>
          <a:p>
            <a:r>
              <a:t>Example 2: Class with encapsulated attributes.</a:t>
            </a:r>
          </a:p>
          <a:p>
            <a:r>
              <a:t>Example 3: Encapsulation using access modifiers (public, private).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Abstraction simplifies complex reality by modeling classes based on essential qualities, leaving out the irrelevant details.</a:t>
            </a:r>
          </a:p>
          <a:p>
            <a:r>
              <a:t>Example 1: Abstract class with abstract and concrete methods.</a:t>
            </a:r>
          </a:p>
          <a:p>
            <a:r>
              <a:t>Example 2: Interface defining methods to be implemented.</a:t>
            </a:r>
          </a:p>
          <a:p>
            <a:r>
              <a:t>Example 3: Hiding implementation details using abstract methods.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294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Java Object-Oriented Programming (OOP)</vt:lpstr>
      <vt:lpstr>Introduction to OOP</vt:lpstr>
      <vt:lpstr>Inheritance</vt:lpstr>
      <vt:lpstr>Polymorphism</vt:lpstr>
      <vt:lpstr>Encapsulation</vt:lpstr>
      <vt:lpstr>Abstraction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Samuel Addington</dc:creator>
  <cp:keywords/>
  <dc:description>generated using python-pptx</dc:description>
  <cp:lastModifiedBy>Samuel Addington</cp:lastModifiedBy>
  <cp:revision>2</cp:revision>
  <dcterms:created xsi:type="dcterms:W3CDTF">2013-01-27T09:14:16Z</dcterms:created>
  <dcterms:modified xsi:type="dcterms:W3CDTF">2024-09-26T17:43:52Z</dcterms:modified>
  <cp:category/>
</cp:coreProperties>
</file>