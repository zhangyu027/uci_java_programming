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45" d="100"/>
          <a:sy n="145" d="100"/>
        </p:scale>
        <p:origin x="1434" y="12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/>
          <p:cNvGrpSpPr/>
          <p:nvPr/>
        </p:nvGrpSpPr>
        <p:grpSpPr>
          <a:xfrm>
            <a:off x="-1588" y="0"/>
            <a:ext cx="9145588" cy="6860798"/>
            <a:chOff x="-1588" y="0"/>
            <a:chExt cx="9145588" cy="6860798"/>
          </a:xfrm>
        </p:grpSpPr>
        <p:sp>
          <p:nvSpPr>
            <p:cNvPr id="9" name="Rectangle 8"/>
            <p:cNvSpPr/>
            <p:nvPr/>
          </p:nvSpPr>
          <p:spPr>
            <a:xfrm>
              <a:off x="0" y="0"/>
              <a:ext cx="9118832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rcRect/>
              <a:stretch>
                <a:fillRect l="-16713" r="-16989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0" name="Oval 9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2" name="Oval 11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Oval 12"/>
            <p:cNvSpPr/>
            <p:nvPr/>
          </p:nvSpPr>
          <p:spPr>
            <a:xfrm>
              <a:off x="5689832" y="0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6299432" y="5870198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Freeform 5"/>
            <p:cNvSpPr>
              <a:spLocks noEditPoints="1"/>
            </p:cNvSpPr>
            <p:nvPr/>
          </p:nvSpPr>
          <p:spPr bwMode="gray">
            <a:xfrm>
              <a:off x="0" y="0"/>
              <a:ext cx="9144000" cy="6858000"/>
            </a:xfrm>
            <a:custGeom>
              <a:avLst/>
              <a:gdLst/>
              <a:ahLst/>
              <a:cxnLst/>
              <a:rect l="0" t="0" r="r" b="b"/>
              <a:pathLst>
                <a:path w="5760" h="4320">
                  <a:moveTo>
                    <a:pt x="0" y="0"/>
                  </a:moveTo>
                  <a:lnTo>
                    <a:pt x="0" y="4320"/>
                  </a:lnTo>
                  <a:lnTo>
                    <a:pt x="5760" y="4320"/>
                  </a:lnTo>
                  <a:lnTo>
                    <a:pt x="5760" y="0"/>
                  </a:lnTo>
                  <a:lnTo>
                    <a:pt x="0" y="0"/>
                  </a:lnTo>
                  <a:close/>
                  <a:moveTo>
                    <a:pt x="5444" y="4004"/>
                  </a:moveTo>
                  <a:lnTo>
                    <a:pt x="324" y="4004"/>
                  </a:lnTo>
                  <a:lnTo>
                    <a:pt x="324" y="324"/>
                  </a:lnTo>
                  <a:lnTo>
                    <a:pt x="5444" y="324"/>
                  </a:lnTo>
                  <a:lnTo>
                    <a:pt x="5444" y="400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66440" y="2226503"/>
            <a:ext cx="5917679" cy="2550877"/>
          </a:xfrm>
        </p:spPr>
        <p:txBody>
          <a:bodyPr anchor="b"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66440" y="4777380"/>
            <a:ext cx="5917679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 bwMode="gray">
          <a:xfrm rot="5400000">
            <a:off x="7498080" y="1828800"/>
            <a:ext cx="990599" cy="228659"/>
          </a:xfrm>
        </p:spPr>
        <p:txBody>
          <a:bodyPr anchor="t"/>
          <a:lstStyle>
            <a:lvl1pPr algn="l">
              <a:defRPr b="0" i="0">
                <a:solidFill>
                  <a:schemeClr val="bg1">
                    <a:alpha val="60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Thursday, 9/26/2024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 bwMode="gray">
          <a:xfrm rot="5400000">
            <a:off x="6236208" y="3264408"/>
            <a:ext cx="3859795" cy="228660"/>
          </a:xfrm>
        </p:spPr>
        <p:txBody>
          <a:bodyPr/>
          <a:lstStyle>
            <a:lvl1pPr>
              <a:defRPr b="0" i="0">
                <a:solidFill>
                  <a:schemeClr val="bg1">
                    <a:alpha val="6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11" name="Rectangle 10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8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 anchor="b"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4653918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5970" y="927098"/>
            <a:ext cx="6343672" cy="709865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Thursday, 9/26/2024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 anchor="b"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5374993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-1588" y="0"/>
            <a:ext cx="9145588" cy="6860798"/>
            <a:chOff x="-1588" y="0"/>
            <a:chExt cx="9145588" cy="6860798"/>
          </a:xfrm>
        </p:grpSpPr>
        <p:sp>
          <p:nvSpPr>
            <p:cNvPr id="12" name="Rectangle 11"/>
            <p:cNvSpPr/>
            <p:nvPr/>
          </p:nvSpPr>
          <p:spPr>
            <a:xfrm>
              <a:off x="0" y="0"/>
              <a:ext cx="9118832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rcRect/>
              <a:stretch>
                <a:fillRect l="-16713" r="-16989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Oval 12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5689832" y="0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6299432" y="5870198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0" name="Rectangle 9"/>
            <p:cNvSpPr/>
            <p:nvPr/>
          </p:nvSpPr>
          <p:spPr>
            <a:xfrm>
              <a:off x="5283673" y="402165"/>
              <a:ext cx="3465769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Freeform 10"/>
            <p:cNvSpPr/>
            <p:nvPr/>
          </p:nvSpPr>
          <p:spPr bwMode="gray">
            <a:xfrm rot="16200000">
              <a:off x="3105027" y="1765596"/>
              <a:ext cx="5995993" cy="3326809"/>
            </a:xfrm>
            <a:custGeom>
              <a:avLst/>
              <a:gdLst/>
              <a:ahLst/>
              <a:cxnLst/>
              <a:rect l="0" t="0" r="r" b="b"/>
              <a:pathLst>
                <a:path w="4960" h="2752">
                  <a:moveTo>
                    <a:pt x="0" y="0"/>
                  </a:moveTo>
                  <a:lnTo>
                    <a:pt x="0" y="324"/>
                  </a:lnTo>
                  <a:lnTo>
                    <a:pt x="0" y="1992"/>
                  </a:lnTo>
                  <a:lnTo>
                    <a:pt x="0" y="2752"/>
                  </a:lnTo>
                  <a:lnTo>
                    <a:pt x="4960" y="2752"/>
                  </a:lnTo>
                  <a:lnTo>
                    <a:pt x="4960" y="1992"/>
                  </a:lnTo>
                  <a:lnTo>
                    <a:pt x="4960" y="324"/>
                  </a:lnTo>
                  <a:lnTo>
                    <a:pt x="4960" y="0"/>
                  </a:lnTo>
                  <a:lnTo>
                    <a:pt x="4960" y="0"/>
                  </a:lnTo>
                  <a:lnTo>
                    <a:pt x="4734" y="34"/>
                  </a:lnTo>
                  <a:lnTo>
                    <a:pt x="4510" y="64"/>
                  </a:lnTo>
                  <a:lnTo>
                    <a:pt x="4284" y="90"/>
                  </a:lnTo>
                  <a:lnTo>
                    <a:pt x="4060" y="114"/>
                  </a:lnTo>
                  <a:lnTo>
                    <a:pt x="3836" y="132"/>
                  </a:lnTo>
                  <a:lnTo>
                    <a:pt x="3614" y="146"/>
                  </a:lnTo>
                  <a:lnTo>
                    <a:pt x="3392" y="158"/>
                  </a:lnTo>
                  <a:lnTo>
                    <a:pt x="3174" y="166"/>
                  </a:lnTo>
                  <a:lnTo>
                    <a:pt x="2960" y="172"/>
                  </a:lnTo>
                  <a:lnTo>
                    <a:pt x="2748" y="174"/>
                  </a:lnTo>
                  <a:lnTo>
                    <a:pt x="2542" y="174"/>
                  </a:lnTo>
                  <a:lnTo>
                    <a:pt x="2338" y="174"/>
                  </a:lnTo>
                  <a:lnTo>
                    <a:pt x="2140" y="170"/>
                  </a:lnTo>
                  <a:lnTo>
                    <a:pt x="1948" y="164"/>
                  </a:lnTo>
                  <a:lnTo>
                    <a:pt x="1762" y="156"/>
                  </a:lnTo>
                  <a:lnTo>
                    <a:pt x="1582" y="148"/>
                  </a:lnTo>
                  <a:lnTo>
                    <a:pt x="1410" y="138"/>
                  </a:lnTo>
                  <a:lnTo>
                    <a:pt x="1244" y="128"/>
                  </a:lnTo>
                  <a:lnTo>
                    <a:pt x="1088" y="116"/>
                  </a:lnTo>
                  <a:lnTo>
                    <a:pt x="938" y="104"/>
                  </a:lnTo>
                  <a:lnTo>
                    <a:pt x="668" y="78"/>
                  </a:lnTo>
                  <a:lnTo>
                    <a:pt x="438" y="54"/>
                  </a:lnTo>
                  <a:lnTo>
                    <a:pt x="254" y="34"/>
                  </a:lnTo>
                  <a:lnTo>
                    <a:pt x="116" y="1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8" name="Freeform 5"/>
            <p:cNvSpPr/>
            <p:nvPr/>
          </p:nvSpPr>
          <p:spPr bwMode="gray">
            <a:xfrm rot="15687606">
              <a:off x="3320102" y="1458373"/>
              <a:ext cx="2377690" cy="317748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9" name="Freeform 5"/>
            <p:cNvSpPr>
              <a:spLocks noEditPoints="1"/>
            </p:cNvSpPr>
            <p:nvPr/>
          </p:nvSpPr>
          <p:spPr bwMode="gray">
            <a:xfrm>
              <a:off x="0" y="0"/>
              <a:ext cx="9144000" cy="6858000"/>
            </a:xfrm>
            <a:custGeom>
              <a:avLst/>
              <a:gdLst/>
              <a:ahLst/>
              <a:cxnLst/>
              <a:rect l="0" t="0" r="r" b="b"/>
              <a:pathLst>
                <a:path w="5760" h="4320">
                  <a:moveTo>
                    <a:pt x="0" y="0"/>
                  </a:moveTo>
                  <a:lnTo>
                    <a:pt x="0" y="4320"/>
                  </a:lnTo>
                  <a:lnTo>
                    <a:pt x="5760" y="4320"/>
                  </a:lnTo>
                  <a:lnTo>
                    <a:pt x="5760" y="0"/>
                  </a:lnTo>
                  <a:lnTo>
                    <a:pt x="0" y="0"/>
                  </a:lnTo>
                  <a:close/>
                  <a:moveTo>
                    <a:pt x="5444" y="4004"/>
                  </a:moveTo>
                  <a:lnTo>
                    <a:pt x="324" y="4004"/>
                  </a:lnTo>
                  <a:lnTo>
                    <a:pt x="324" y="324"/>
                  </a:lnTo>
                  <a:lnTo>
                    <a:pt x="5444" y="324"/>
                  </a:lnTo>
                  <a:lnTo>
                    <a:pt x="5444" y="400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77534" y="2257588"/>
            <a:ext cx="3090672" cy="3020344"/>
          </a:xfrm>
        </p:spPr>
        <p:txBody>
          <a:bodyPr anchor="ctr"/>
          <a:lstStyle>
            <a:lvl1pPr algn="l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119261" y="2257588"/>
            <a:ext cx="3082516" cy="3020344"/>
          </a:xfrm>
        </p:spPr>
        <p:txBody>
          <a:bodyPr anchor="ctr"/>
          <a:lstStyle>
            <a:lvl1pPr marL="0" indent="0" algn="l">
              <a:buNone/>
              <a:defRPr sz="2000" cap="all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Thursday, 9/26/2024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Rectangle 7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 anchor="b"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4977585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66440" y="2489200"/>
            <a:ext cx="3636980" cy="3530603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0581" y="2489203"/>
            <a:ext cx="3636980" cy="3530600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Thursday, 9/26/2024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 anchor="b"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173111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9918" y="2489200"/>
            <a:ext cx="3633502" cy="759290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66440" y="3248490"/>
            <a:ext cx="3636980" cy="2771311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0581" y="2489200"/>
            <a:ext cx="3636979" cy="756635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0581" y="3245835"/>
            <a:ext cx="3636980" cy="277396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Thursday, 9/26/2024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 anchor="b"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5114443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Thursday, 9/26/2024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 anchor="b"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905452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Thursday, 9/26/2024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7547304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-1588" y="0"/>
            <a:ext cx="9145588" cy="6860798"/>
            <a:chOff x="-1588" y="0"/>
            <a:chExt cx="9145588" cy="6860798"/>
          </a:xfrm>
        </p:grpSpPr>
        <p:sp>
          <p:nvSpPr>
            <p:cNvPr id="13" name="Rectangle 12"/>
            <p:cNvSpPr/>
            <p:nvPr/>
          </p:nvSpPr>
          <p:spPr>
            <a:xfrm>
              <a:off x="0" y="0"/>
              <a:ext cx="9118832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rcRect/>
              <a:stretch>
                <a:fillRect l="-16713" r="-16989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5689832" y="0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6299432" y="5870198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Rectangle 10"/>
            <p:cNvSpPr/>
            <p:nvPr/>
          </p:nvSpPr>
          <p:spPr>
            <a:xfrm>
              <a:off x="5283673" y="402165"/>
              <a:ext cx="3465769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2" name="Freeform 11"/>
            <p:cNvSpPr/>
            <p:nvPr/>
          </p:nvSpPr>
          <p:spPr bwMode="gray">
            <a:xfrm rot="16200000">
              <a:off x="2548536" y="1765596"/>
              <a:ext cx="5995993" cy="3326809"/>
            </a:xfrm>
            <a:custGeom>
              <a:avLst/>
              <a:gdLst/>
              <a:ahLst/>
              <a:cxnLst/>
              <a:rect l="0" t="0" r="r" b="b"/>
              <a:pathLst>
                <a:path w="4960" h="2752">
                  <a:moveTo>
                    <a:pt x="0" y="0"/>
                  </a:moveTo>
                  <a:lnTo>
                    <a:pt x="0" y="324"/>
                  </a:lnTo>
                  <a:lnTo>
                    <a:pt x="0" y="1992"/>
                  </a:lnTo>
                  <a:lnTo>
                    <a:pt x="0" y="2752"/>
                  </a:lnTo>
                  <a:lnTo>
                    <a:pt x="4960" y="2752"/>
                  </a:lnTo>
                  <a:lnTo>
                    <a:pt x="4960" y="1992"/>
                  </a:lnTo>
                  <a:lnTo>
                    <a:pt x="4960" y="324"/>
                  </a:lnTo>
                  <a:lnTo>
                    <a:pt x="4960" y="0"/>
                  </a:lnTo>
                  <a:lnTo>
                    <a:pt x="4960" y="0"/>
                  </a:lnTo>
                  <a:lnTo>
                    <a:pt x="4734" y="34"/>
                  </a:lnTo>
                  <a:lnTo>
                    <a:pt x="4510" y="64"/>
                  </a:lnTo>
                  <a:lnTo>
                    <a:pt x="4284" y="90"/>
                  </a:lnTo>
                  <a:lnTo>
                    <a:pt x="4060" y="114"/>
                  </a:lnTo>
                  <a:lnTo>
                    <a:pt x="3836" y="132"/>
                  </a:lnTo>
                  <a:lnTo>
                    <a:pt x="3614" y="146"/>
                  </a:lnTo>
                  <a:lnTo>
                    <a:pt x="3392" y="158"/>
                  </a:lnTo>
                  <a:lnTo>
                    <a:pt x="3174" y="166"/>
                  </a:lnTo>
                  <a:lnTo>
                    <a:pt x="2960" y="172"/>
                  </a:lnTo>
                  <a:lnTo>
                    <a:pt x="2748" y="174"/>
                  </a:lnTo>
                  <a:lnTo>
                    <a:pt x="2542" y="174"/>
                  </a:lnTo>
                  <a:lnTo>
                    <a:pt x="2338" y="174"/>
                  </a:lnTo>
                  <a:lnTo>
                    <a:pt x="2140" y="170"/>
                  </a:lnTo>
                  <a:lnTo>
                    <a:pt x="1948" y="164"/>
                  </a:lnTo>
                  <a:lnTo>
                    <a:pt x="1762" y="156"/>
                  </a:lnTo>
                  <a:lnTo>
                    <a:pt x="1582" y="148"/>
                  </a:lnTo>
                  <a:lnTo>
                    <a:pt x="1410" y="138"/>
                  </a:lnTo>
                  <a:lnTo>
                    <a:pt x="1244" y="128"/>
                  </a:lnTo>
                  <a:lnTo>
                    <a:pt x="1088" y="116"/>
                  </a:lnTo>
                  <a:lnTo>
                    <a:pt x="938" y="104"/>
                  </a:lnTo>
                  <a:lnTo>
                    <a:pt x="668" y="78"/>
                  </a:lnTo>
                  <a:lnTo>
                    <a:pt x="438" y="54"/>
                  </a:lnTo>
                  <a:lnTo>
                    <a:pt x="254" y="34"/>
                  </a:lnTo>
                  <a:lnTo>
                    <a:pt x="116" y="1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22" name="Freeform 5"/>
            <p:cNvSpPr/>
            <p:nvPr/>
          </p:nvSpPr>
          <p:spPr bwMode="gray">
            <a:xfrm rot="15687606">
              <a:off x="2769747" y="1458373"/>
              <a:ext cx="2377690" cy="317748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9" name="Freeform 5"/>
            <p:cNvSpPr>
              <a:spLocks noEditPoints="1"/>
            </p:cNvSpPr>
            <p:nvPr/>
          </p:nvSpPr>
          <p:spPr bwMode="gray">
            <a:xfrm>
              <a:off x="0" y="0"/>
              <a:ext cx="9144000" cy="6858000"/>
            </a:xfrm>
            <a:custGeom>
              <a:avLst/>
              <a:gdLst/>
              <a:ahLst/>
              <a:cxnLst/>
              <a:rect l="0" t="0" r="r" b="b"/>
              <a:pathLst>
                <a:path w="5760" h="4320">
                  <a:moveTo>
                    <a:pt x="0" y="0"/>
                  </a:moveTo>
                  <a:lnTo>
                    <a:pt x="0" y="4320"/>
                  </a:lnTo>
                  <a:lnTo>
                    <a:pt x="5760" y="4320"/>
                  </a:lnTo>
                  <a:lnTo>
                    <a:pt x="5760" y="0"/>
                  </a:lnTo>
                  <a:lnTo>
                    <a:pt x="0" y="0"/>
                  </a:lnTo>
                  <a:close/>
                  <a:moveTo>
                    <a:pt x="5444" y="4004"/>
                  </a:moveTo>
                  <a:lnTo>
                    <a:pt x="324" y="4004"/>
                  </a:lnTo>
                  <a:lnTo>
                    <a:pt x="324" y="324"/>
                  </a:lnTo>
                  <a:lnTo>
                    <a:pt x="5444" y="324"/>
                  </a:lnTo>
                  <a:lnTo>
                    <a:pt x="5444" y="400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0" y="1447800"/>
            <a:ext cx="2712590" cy="1495588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68927" y="1447800"/>
            <a:ext cx="3632850" cy="4572000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gray">
          <a:xfrm>
            <a:off x="866441" y="3086845"/>
            <a:ext cx="2712589" cy="2933701"/>
          </a:xfrm>
        </p:spPr>
        <p:txBody>
          <a:bodyPr/>
          <a:lstStyle>
            <a:lvl1pPr marL="0" indent="0">
              <a:buNone/>
              <a:defRPr sz="14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Thursday, 9/26/2024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Rectangle 8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2463183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-1588" y="0"/>
            <a:ext cx="9145588" cy="6860798"/>
            <a:chOff x="-1588" y="0"/>
            <a:chExt cx="9145588" cy="6860798"/>
          </a:xfrm>
        </p:grpSpPr>
        <p:sp>
          <p:nvSpPr>
            <p:cNvPr id="13" name="Rectangle 12"/>
            <p:cNvSpPr/>
            <p:nvPr/>
          </p:nvSpPr>
          <p:spPr>
            <a:xfrm>
              <a:off x="0" y="0"/>
              <a:ext cx="9118832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rcRect/>
              <a:stretch>
                <a:fillRect l="-16713" r="-16989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5689832" y="0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6299432" y="5870198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Rectangle 10"/>
            <p:cNvSpPr/>
            <p:nvPr/>
          </p:nvSpPr>
          <p:spPr>
            <a:xfrm>
              <a:off x="5283673" y="402165"/>
              <a:ext cx="3465769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2" name="Freeform 11"/>
            <p:cNvSpPr/>
            <p:nvPr/>
          </p:nvSpPr>
          <p:spPr bwMode="gray">
            <a:xfrm rot="16200000">
              <a:off x="2852610" y="1765596"/>
              <a:ext cx="5995993" cy="3326809"/>
            </a:xfrm>
            <a:custGeom>
              <a:avLst/>
              <a:gdLst/>
              <a:ahLst/>
              <a:cxnLst/>
              <a:rect l="0" t="0" r="r" b="b"/>
              <a:pathLst>
                <a:path w="4960" h="2752">
                  <a:moveTo>
                    <a:pt x="0" y="0"/>
                  </a:moveTo>
                  <a:lnTo>
                    <a:pt x="0" y="324"/>
                  </a:lnTo>
                  <a:lnTo>
                    <a:pt x="0" y="1992"/>
                  </a:lnTo>
                  <a:lnTo>
                    <a:pt x="0" y="2752"/>
                  </a:lnTo>
                  <a:lnTo>
                    <a:pt x="4960" y="2752"/>
                  </a:lnTo>
                  <a:lnTo>
                    <a:pt x="4960" y="1992"/>
                  </a:lnTo>
                  <a:lnTo>
                    <a:pt x="4960" y="324"/>
                  </a:lnTo>
                  <a:lnTo>
                    <a:pt x="4960" y="0"/>
                  </a:lnTo>
                  <a:lnTo>
                    <a:pt x="4960" y="0"/>
                  </a:lnTo>
                  <a:lnTo>
                    <a:pt x="4734" y="34"/>
                  </a:lnTo>
                  <a:lnTo>
                    <a:pt x="4510" y="64"/>
                  </a:lnTo>
                  <a:lnTo>
                    <a:pt x="4284" y="90"/>
                  </a:lnTo>
                  <a:lnTo>
                    <a:pt x="4060" y="114"/>
                  </a:lnTo>
                  <a:lnTo>
                    <a:pt x="3836" y="132"/>
                  </a:lnTo>
                  <a:lnTo>
                    <a:pt x="3614" y="146"/>
                  </a:lnTo>
                  <a:lnTo>
                    <a:pt x="3392" y="158"/>
                  </a:lnTo>
                  <a:lnTo>
                    <a:pt x="3174" y="166"/>
                  </a:lnTo>
                  <a:lnTo>
                    <a:pt x="2960" y="172"/>
                  </a:lnTo>
                  <a:lnTo>
                    <a:pt x="2748" y="174"/>
                  </a:lnTo>
                  <a:lnTo>
                    <a:pt x="2542" y="174"/>
                  </a:lnTo>
                  <a:lnTo>
                    <a:pt x="2338" y="174"/>
                  </a:lnTo>
                  <a:lnTo>
                    <a:pt x="2140" y="170"/>
                  </a:lnTo>
                  <a:lnTo>
                    <a:pt x="1948" y="164"/>
                  </a:lnTo>
                  <a:lnTo>
                    <a:pt x="1762" y="156"/>
                  </a:lnTo>
                  <a:lnTo>
                    <a:pt x="1582" y="148"/>
                  </a:lnTo>
                  <a:lnTo>
                    <a:pt x="1410" y="138"/>
                  </a:lnTo>
                  <a:lnTo>
                    <a:pt x="1244" y="128"/>
                  </a:lnTo>
                  <a:lnTo>
                    <a:pt x="1088" y="116"/>
                  </a:lnTo>
                  <a:lnTo>
                    <a:pt x="938" y="104"/>
                  </a:lnTo>
                  <a:lnTo>
                    <a:pt x="668" y="78"/>
                  </a:lnTo>
                  <a:lnTo>
                    <a:pt x="438" y="54"/>
                  </a:lnTo>
                  <a:lnTo>
                    <a:pt x="254" y="34"/>
                  </a:lnTo>
                  <a:lnTo>
                    <a:pt x="116" y="1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24" name="Freeform 5"/>
            <p:cNvSpPr/>
            <p:nvPr/>
          </p:nvSpPr>
          <p:spPr bwMode="gray">
            <a:xfrm rot="15687606">
              <a:off x="3074559" y="1458373"/>
              <a:ext cx="2377690" cy="317748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9" name="Freeform 5"/>
            <p:cNvSpPr>
              <a:spLocks noEditPoints="1"/>
            </p:cNvSpPr>
            <p:nvPr/>
          </p:nvSpPr>
          <p:spPr bwMode="gray">
            <a:xfrm>
              <a:off x="0" y="0"/>
              <a:ext cx="9144000" cy="6858000"/>
            </a:xfrm>
            <a:custGeom>
              <a:avLst/>
              <a:gdLst/>
              <a:ahLst/>
              <a:cxnLst/>
              <a:rect l="0" t="0" r="r" b="b"/>
              <a:pathLst>
                <a:path w="5760" h="4320">
                  <a:moveTo>
                    <a:pt x="0" y="0"/>
                  </a:moveTo>
                  <a:lnTo>
                    <a:pt x="0" y="4320"/>
                  </a:lnTo>
                  <a:lnTo>
                    <a:pt x="5760" y="4320"/>
                  </a:lnTo>
                  <a:lnTo>
                    <a:pt x="5760" y="0"/>
                  </a:lnTo>
                  <a:lnTo>
                    <a:pt x="0" y="0"/>
                  </a:lnTo>
                  <a:close/>
                  <a:moveTo>
                    <a:pt x="5444" y="4004"/>
                  </a:moveTo>
                  <a:lnTo>
                    <a:pt x="324" y="4004"/>
                  </a:lnTo>
                  <a:lnTo>
                    <a:pt x="324" y="324"/>
                  </a:lnTo>
                  <a:lnTo>
                    <a:pt x="5444" y="324"/>
                  </a:lnTo>
                  <a:lnTo>
                    <a:pt x="5444" y="400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0" y="1381390"/>
            <a:ext cx="2987089" cy="157480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722909" y="1320800"/>
            <a:ext cx="2791102" cy="42164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440" y="3086100"/>
            <a:ext cx="2987089" cy="2451100"/>
          </a:xfrm>
        </p:spPr>
        <p:txBody>
          <a:bodyPr>
            <a:normAutofit/>
          </a:bodyPr>
          <a:lstStyle>
            <a:lvl1pPr marL="0" indent="0">
              <a:buNone/>
              <a:defRPr sz="14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Thursday, 9/26/2024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Rectangle 9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1397636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-1588" y="0"/>
            <a:ext cx="9145588" cy="6860798"/>
            <a:chOff x="-1588" y="0"/>
            <a:chExt cx="9145588" cy="6860798"/>
          </a:xfrm>
        </p:grpSpPr>
        <p:sp>
          <p:nvSpPr>
            <p:cNvPr id="12" name="Rectangle 11"/>
            <p:cNvSpPr/>
            <p:nvPr/>
          </p:nvSpPr>
          <p:spPr>
            <a:xfrm>
              <a:off x="0" y="0"/>
              <a:ext cx="9118832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rcRect/>
              <a:stretch>
                <a:fillRect l="-16713" r="-16989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Oval 12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5689832" y="0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6299432" y="5870198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Freeform 5"/>
            <p:cNvSpPr/>
            <p:nvPr/>
          </p:nvSpPr>
          <p:spPr bwMode="gray">
            <a:xfrm rot="10204164">
              <a:off x="426788" y="4564241"/>
              <a:ext cx="2377690" cy="317748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6" name="Rectangle 15"/>
            <p:cNvSpPr/>
            <p:nvPr/>
          </p:nvSpPr>
          <p:spPr>
            <a:xfrm>
              <a:off x="421503" y="402165"/>
              <a:ext cx="8327939" cy="3141135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Freeform 10"/>
            <p:cNvSpPr/>
            <p:nvPr/>
          </p:nvSpPr>
          <p:spPr bwMode="gray">
            <a:xfrm rot="10800000">
              <a:off x="485023" y="2670079"/>
              <a:ext cx="8182128" cy="2130508"/>
            </a:xfrm>
            <a:custGeom>
              <a:avLst/>
              <a:gdLst/>
              <a:ahLst/>
              <a:cxnLst/>
              <a:rect l="l" t="t" r="r" b="b"/>
              <a:pathLst>
                <a:path w="10000" h="9621">
                  <a:moveTo>
                    <a:pt x="0" y="0"/>
                  </a:moveTo>
                  <a:lnTo>
                    <a:pt x="0" y="2411"/>
                  </a:lnTo>
                  <a:lnTo>
                    <a:pt x="0" y="9586"/>
                  </a:lnTo>
                  <a:lnTo>
                    <a:pt x="0" y="9621"/>
                  </a:lnTo>
                  <a:lnTo>
                    <a:pt x="10000" y="9585"/>
                  </a:lnTo>
                  <a:cubicBezTo>
                    <a:pt x="9997" y="8144"/>
                    <a:pt x="10003" y="9571"/>
                    <a:pt x="10000" y="9586"/>
                  </a:cubicBezTo>
                  <a:cubicBezTo>
                    <a:pt x="9997" y="7194"/>
                    <a:pt x="9993" y="4803"/>
                    <a:pt x="9990" y="2411"/>
                  </a:cubicBezTo>
                  <a:lnTo>
                    <a:pt x="9990" y="0"/>
                  </a:lnTo>
                  <a:lnTo>
                    <a:pt x="9990" y="0"/>
                  </a:lnTo>
                  <a:lnTo>
                    <a:pt x="9534" y="253"/>
                  </a:lnTo>
                  <a:lnTo>
                    <a:pt x="9084" y="477"/>
                  </a:lnTo>
                  <a:lnTo>
                    <a:pt x="8628" y="669"/>
                  </a:lnTo>
                  <a:lnTo>
                    <a:pt x="8177" y="847"/>
                  </a:lnTo>
                  <a:lnTo>
                    <a:pt x="7726" y="984"/>
                  </a:lnTo>
                  <a:lnTo>
                    <a:pt x="7279" y="1087"/>
                  </a:lnTo>
                  <a:lnTo>
                    <a:pt x="6832" y="1176"/>
                  </a:lnTo>
                  <a:lnTo>
                    <a:pt x="6393" y="1236"/>
                  </a:lnTo>
                  <a:lnTo>
                    <a:pt x="5962" y="1279"/>
                  </a:lnTo>
                  <a:lnTo>
                    <a:pt x="5534" y="1294"/>
                  </a:lnTo>
                  <a:lnTo>
                    <a:pt x="5120" y="1294"/>
                  </a:lnTo>
                  <a:lnTo>
                    <a:pt x="4709" y="1294"/>
                  </a:lnTo>
                  <a:lnTo>
                    <a:pt x="4311" y="1266"/>
                  </a:lnTo>
                  <a:lnTo>
                    <a:pt x="3923" y="1221"/>
                  </a:lnTo>
                  <a:lnTo>
                    <a:pt x="3548" y="1161"/>
                  </a:lnTo>
                  <a:lnTo>
                    <a:pt x="3187" y="1101"/>
                  </a:lnTo>
                  <a:lnTo>
                    <a:pt x="2840" y="1026"/>
                  </a:lnTo>
                  <a:lnTo>
                    <a:pt x="2505" y="954"/>
                  </a:lnTo>
                  <a:lnTo>
                    <a:pt x="2192" y="865"/>
                  </a:lnTo>
                  <a:lnTo>
                    <a:pt x="1889" y="775"/>
                  </a:lnTo>
                  <a:lnTo>
                    <a:pt x="1346" y="579"/>
                  </a:lnTo>
                  <a:lnTo>
                    <a:pt x="882" y="400"/>
                  </a:lnTo>
                  <a:lnTo>
                    <a:pt x="511" y="253"/>
                  </a:lnTo>
                  <a:lnTo>
                    <a:pt x="234" y="118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20" name="Freeform 5"/>
            <p:cNvSpPr>
              <a:spLocks noEditPoints="1"/>
            </p:cNvSpPr>
            <p:nvPr/>
          </p:nvSpPr>
          <p:spPr bwMode="gray">
            <a:xfrm>
              <a:off x="0" y="0"/>
              <a:ext cx="9144000" cy="6858000"/>
            </a:xfrm>
            <a:custGeom>
              <a:avLst/>
              <a:gdLst/>
              <a:ahLst/>
              <a:cxnLst/>
              <a:rect l="0" t="0" r="r" b="b"/>
              <a:pathLst>
                <a:path w="5760" h="4320">
                  <a:moveTo>
                    <a:pt x="0" y="0"/>
                  </a:moveTo>
                  <a:lnTo>
                    <a:pt x="0" y="4320"/>
                  </a:lnTo>
                  <a:lnTo>
                    <a:pt x="5760" y="4320"/>
                  </a:lnTo>
                  <a:lnTo>
                    <a:pt x="5760" y="0"/>
                  </a:lnTo>
                  <a:lnTo>
                    <a:pt x="0" y="0"/>
                  </a:lnTo>
                  <a:close/>
                  <a:moveTo>
                    <a:pt x="5444" y="4004"/>
                  </a:moveTo>
                  <a:lnTo>
                    <a:pt x="324" y="4004"/>
                  </a:lnTo>
                  <a:lnTo>
                    <a:pt x="324" y="324"/>
                  </a:lnTo>
                  <a:lnTo>
                    <a:pt x="5444" y="324"/>
                  </a:lnTo>
                  <a:lnTo>
                    <a:pt x="5444" y="400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1" y="4961454"/>
            <a:ext cx="6422004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66441" y="685800"/>
            <a:ext cx="6422004" cy="3429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gray">
          <a:xfrm>
            <a:off x="866440" y="5528192"/>
            <a:ext cx="6422004" cy="493712"/>
          </a:xfrm>
        </p:spPr>
        <p:txBody>
          <a:bodyPr>
            <a:normAutofit/>
          </a:bodyPr>
          <a:lstStyle>
            <a:lvl1pPr marL="0" indent="0">
              <a:buNone/>
              <a:defRPr sz="12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Thursday, 9/26/2024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Rectangle 9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0010353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/>
          <p:cNvGrpSpPr/>
          <p:nvPr/>
        </p:nvGrpSpPr>
        <p:grpSpPr>
          <a:xfrm>
            <a:off x="-1588" y="0"/>
            <a:ext cx="9145588" cy="6860798"/>
            <a:chOff x="-1588" y="0"/>
            <a:chExt cx="9145588" cy="6860798"/>
          </a:xfrm>
        </p:grpSpPr>
        <p:sp>
          <p:nvSpPr>
            <p:cNvPr id="12" name="Rectangle 11"/>
            <p:cNvSpPr/>
            <p:nvPr/>
          </p:nvSpPr>
          <p:spPr>
            <a:xfrm>
              <a:off x="0" y="0"/>
              <a:ext cx="9118832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rcRect/>
              <a:stretch>
                <a:fillRect l="-16713" r="-16989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5689832" y="0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6299432" y="5870198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Freeform 5"/>
            <p:cNvSpPr/>
            <p:nvPr/>
          </p:nvSpPr>
          <p:spPr bwMode="gray">
            <a:xfrm rot="21010068">
              <a:off x="6359946" y="2780895"/>
              <a:ext cx="2377690" cy="317748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9" name="Rectangle 8"/>
            <p:cNvSpPr/>
            <p:nvPr/>
          </p:nvSpPr>
          <p:spPr>
            <a:xfrm>
              <a:off x="485023" y="4343399"/>
              <a:ext cx="8182128" cy="2112436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Freeform 10"/>
            <p:cNvSpPr/>
            <p:nvPr/>
          </p:nvSpPr>
          <p:spPr bwMode="gray">
            <a:xfrm>
              <a:off x="485023" y="2854646"/>
              <a:ext cx="8182128" cy="2130508"/>
            </a:xfrm>
            <a:custGeom>
              <a:avLst/>
              <a:gdLst/>
              <a:ahLst/>
              <a:cxnLst/>
              <a:rect l="l" t="t" r="r" b="b"/>
              <a:pathLst>
                <a:path w="10000" h="9621">
                  <a:moveTo>
                    <a:pt x="0" y="0"/>
                  </a:moveTo>
                  <a:lnTo>
                    <a:pt x="0" y="2411"/>
                  </a:lnTo>
                  <a:lnTo>
                    <a:pt x="0" y="9586"/>
                  </a:lnTo>
                  <a:lnTo>
                    <a:pt x="0" y="9621"/>
                  </a:lnTo>
                  <a:lnTo>
                    <a:pt x="10000" y="9585"/>
                  </a:lnTo>
                  <a:cubicBezTo>
                    <a:pt x="9997" y="8144"/>
                    <a:pt x="10003" y="9571"/>
                    <a:pt x="10000" y="9586"/>
                  </a:cubicBezTo>
                  <a:cubicBezTo>
                    <a:pt x="9997" y="7194"/>
                    <a:pt x="9993" y="4803"/>
                    <a:pt x="9990" y="2411"/>
                  </a:cubicBezTo>
                  <a:lnTo>
                    <a:pt x="9990" y="0"/>
                  </a:lnTo>
                  <a:lnTo>
                    <a:pt x="9990" y="0"/>
                  </a:lnTo>
                  <a:lnTo>
                    <a:pt x="9534" y="253"/>
                  </a:lnTo>
                  <a:lnTo>
                    <a:pt x="9084" y="477"/>
                  </a:lnTo>
                  <a:lnTo>
                    <a:pt x="8628" y="669"/>
                  </a:lnTo>
                  <a:lnTo>
                    <a:pt x="8177" y="847"/>
                  </a:lnTo>
                  <a:lnTo>
                    <a:pt x="7726" y="984"/>
                  </a:lnTo>
                  <a:lnTo>
                    <a:pt x="7279" y="1087"/>
                  </a:lnTo>
                  <a:lnTo>
                    <a:pt x="6832" y="1176"/>
                  </a:lnTo>
                  <a:lnTo>
                    <a:pt x="6393" y="1236"/>
                  </a:lnTo>
                  <a:lnTo>
                    <a:pt x="5962" y="1279"/>
                  </a:lnTo>
                  <a:lnTo>
                    <a:pt x="5534" y="1294"/>
                  </a:lnTo>
                  <a:lnTo>
                    <a:pt x="5120" y="1294"/>
                  </a:lnTo>
                  <a:lnTo>
                    <a:pt x="4709" y="1294"/>
                  </a:lnTo>
                  <a:lnTo>
                    <a:pt x="4311" y="1266"/>
                  </a:lnTo>
                  <a:lnTo>
                    <a:pt x="3923" y="1221"/>
                  </a:lnTo>
                  <a:lnTo>
                    <a:pt x="3548" y="1161"/>
                  </a:lnTo>
                  <a:lnTo>
                    <a:pt x="3187" y="1101"/>
                  </a:lnTo>
                  <a:lnTo>
                    <a:pt x="2840" y="1026"/>
                  </a:lnTo>
                  <a:lnTo>
                    <a:pt x="2505" y="954"/>
                  </a:lnTo>
                  <a:lnTo>
                    <a:pt x="2192" y="865"/>
                  </a:lnTo>
                  <a:lnTo>
                    <a:pt x="1889" y="775"/>
                  </a:lnTo>
                  <a:lnTo>
                    <a:pt x="1346" y="579"/>
                  </a:lnTo>
                  <a:lnTo>
                    <a:pt x="882" y="400"/>
                  </a:lnTo>
                  <a:lnTo>
                    <a:pt x="511" y="253"/>
                  </a:lnTo>
                  <a:lnTo>
                    <a:pt x="234" y="118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9" name="Freeform 5"/>
            <p:cNvSpPr>
              <a:spLocks noEditPoints="1"/>
            </p:cNvSpPr>
            <p:nvPr/>
          </p:nvSpPr>
          <p:spPr bwMode="gray">
            <a:xfrm>
              <a:off x="0" y="0"/>
              <a:ext cx="9144000" cy="6858000"/>
            </a:xfrm>
            <a:custGeom>
              <a:avLst/>
              <a:gdLst/>
              <a:ahLst/>
              <a:cxnLst/>
              <a:rect l="0" t="0" r="r" b="b"/>
              <a:pathLst>
                <a:path w="5760" h="4320">
                  <a:moveTo>
                    <a:pt x="0" y="0"/>
                  </a:moveTo>
                  <a:lnTo>
                    <a:pt x="0" y="4320"/>
                  </a:lnTo>
                  <a:lnTo>
                    <a:pt x="5760" y="4320"/>
                  </a:lnTo>
                  <a:lnTo>
                    <a:pt x="5760" y="0"/>
                  </a:lnTo>
                  <a:lnTo>
                    <a:pt x="0" y="0"/>
                  </a:lnTo>
                  <a:close/>
                  <a:moveTo>
                    <a:pt x="5444" y="4004"/>
                  </a:moveTo>
                  <a:lnTo>
                    <a:pt x="324" y="4004"/>
                  </a:lnTo>
                  <a:lnTo>
                    <a:pt x="324" y="324"/>
                  </a:lnTo>
                  <a:lnTo>
                    <a:pt x="5444" y="324"/>
                  </a:lnTo>
                  <a:lnTo>
                    <a:pt x="5444" y="400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0" y="927100"/>
            <a:ext cx="6422005" cy="1692720"/>
          </a:xfrm>
        </p:spPr>
        <p:txBody>
          <a:bodyPr/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3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440" y="3488023"/>
            <a:ext cx="6422005" cy="2536857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Thursday, 9/26/2024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Rectangle 7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2421097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/>
          <p:cNvGrpSpPr/>
          <p:nvPr/>
        </p:nvGrpSpPr>
        <p:grpSpPr>
          <a:xfrm>
            <a:off x="-1588" y="0"/>
            <a:ext cx="9145588" cy="6860798"/>
            <a:chOff x="-1588" y="0"/>
            <a:chExt cx="9145588" cy="6860798"/>
          </a:xfrm>
        </p:grpSpPr>
        <p:sp>
          <p:nvSpPr>
            <p:cNvPr id="13" name="Rectangle 12"/>
            <p:cNvSpPr/>
            <p:nvPr/>
          </p:nvSpPr>
          <p:spPr>
            <a:xfrm>
              <a:off x="0" y="0"/>
              <a:ext cx="9118832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rcRect/>
              <a:stretch>
                <a:fillRect l="-16713" r="-16989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5689832" y="0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6299432" y="5870198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Freeform 5"/>
            <p:cNvSpPr/>
            <p:nvPr/>
          </p:nvSpPr>
          <p:spPr bwMode="gray">
            <a:xfrm rot="21010068">
              <a:off x="6359946" y="4309201"/>
              <a:ext cx="2377690" cy="317748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1" name="Freeform 10"/>
            <p:cNvSpPr/>
            <p:nvPr/>
          </p:nvSpPr>
          <p:spPr bwMode="gray">
            <a:xfrm>
              <a:off x="485023" y="4381500"/>
              <a:ext cx="8182128" cy="2130508"/>
            </a:xfrm>
            <a:custGeom>
              <a:avLst/>
              <a:gdLst/>
              <a:ahLst/>
              <a:cxnLst/>
              <a:rect l="l" t="t" r="r" b="b"/>
              <a:pathLst>
                <a:path w="10000" h="9621">
                  <a:moveTo>
                    <a:pt x="0" y="0"/>
                  </a:moveTo>
                  <a:lnTo>
                    <a:pt x="0" y="2411"/>
                  </a:lnTo>
                  <a:lnTo>
                    <a:pt x="0" y="9586"/>
                  </a:lnTo>
                  <a:lnTo>
                    <a:pt x="0" y="9621"/>
                  </a:lnTo>
                  <a:lnTo>
                    <a:pt x="10000" y="9585"/>
                  </a:lnTo>
                  <a:cubicBezTo>
                    <a:pt x="9997" y="8144"/>
                    <a:pt x="10003" y="9571"/>
                    <a:pt x="10000" y="9586"/>
                  </a:cubicBezTo>
                  <a:cubicBezTo>
                    <a:pt x="9997" y="7194"/>
                    <a:pt x="9993" y="4803"/>
                    <a:pt x="9990" y="2411"/>
                  </a:cubicBezTo>
                  <a:lnTo>
                    <a:pt x="9990" y="0"/>
                  </a:lnTo>
                  <a:lnTo>
                    <a:pt x="9990" y="0"/>
                  </a:lnTo>
                  <a:lnTo>
                    <a:pt x="9534" y="253"/>
                  </a:lnTo>
                  <a:lnTo>
                    <a:pt x="9084" y="477"/>
                  </a:lnTo>
                  <a:lnTo>
                    <a:pt x="8628" y="669"/>
                  </a:lnTo>
                  <a:lnTo>
                    <a:pt x="8177" y="847"/>
                  </a:lnTo>
                  <a:lnTo>
                    <a:pt x="7726" y="984"/>
                  </a:lnTo>
                  <a:lnTo>
                    <a:pt x="7279" y="1087"/>
                  </a:lnTo>
                  <a:lnTo>
                    <a:pt x="6832" y="1176"/>
                  </a:lnTo>
                  <a:lnTo>
                    <a:pt x="6393" y="1236"/>
                  </a:lnTo>
                  <a:lnTo>
                    <a:pt x="5962" y="1279"/>
                  </a:lnTo>
                  <a:lnTo>
                    <a:pt x="5534" y="1294"/>
                  </a:lnTo>
                  <a:lnTo>
                    <a:pt x="5120" y="1294"/>
                  </a:lnTo>
                  <a:lnTo>
                    <a:pt x="4709" y="1294"/>
                  </a:lnTo>
                  <a:lnTo>
                    <a:pt x="4311" y="1266"/>
                  </a:lnTo>
                  <a:lnTo>
                    <a:pt x="3923" y="1221"/>
                  </a:lnTo>
                  <a:lnTo>
                    <a:pt x="3548" y="1161"/>
                  </a:lnTo>
                  <a:lnTo>
                    <a:pt x="3187" y="1101"/>
                  </a:lnTo>
                  <a:lnTo>
                    <a:pt x="2840" y="1026"/>
                  </a:lnTo>
                  <a:lnTo>
                    <a:pt x="2505" y="954"/>
                  </a:lnTo>
                  <a:lnTo>
                    <a:pt x="2192" y="865"/>
                  </a:lnTo>
                  <a:lnTo>
                    <a:pt x="1889" y="775"/>
                  </a:lnTo>
                  <a:lnTo>
                    <a:pt x="1346" y="579"/>
                  </a:lnTo>
                  <a:lnTo>
                    <a:pt x="882" y="400"/>
                  </a:lnTo>
                  <a:lnTo>
                    <a:pt x="511" y="253"/>
                  </a:lnTo>
                  <a:lnTo>
                    <a:pt x="234" y="118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24" name="Freeform 5"/>
            <p:cNvSpPr>
              <a:spLocks noEditPoints="1"/>
            </p:cNvSpPr>
            <p:nvPr/>
          </p:nvSpPr>
          <p:spPr bwMode="gray">
            <a:xfrm>
              <a:off x="0" y="0"/>
              <a:ext cx="9144000" cy="6858000"/>
            </a:xfrm>
            <a:custGeom>
              <a:avLst/>
              <a:gdLst/>
              <a:ahLst/>
              <a:cxnLst/>
              <a:rect l="0" t="0" r="r" b="b"/>
              <a:pathLst>
                <a:path w="5760" h="4320">
                  <a:moveTo>
                    <a:pt x="0" y="0"/>
                  </a:moveTo>
                  <a:lnTo>
                    <a:pt x="0" y="4320"/>
                  </a:lnTo>
                  <a:lnTo>
                    <a:pt x="5760" y="4320"/>
                  </a:lnTo>
                  <a:lnTo>
                    <a:pt x="5760" y="0"/>
                  </a:lnTo>
                  <a:lnTo>
                    <a:pt x="0" y="0"/>
                  </a:lnTo>
                  <a:close/>
                  <a:moveTo>
                    <a:pt x="5444" y="4004"/>
                  </a:moveTo>
                  <a:lnTo>
                    <a:pt x="324" y="4004"/>
                  </a:lnTo>
                  <a:lnTo>
                    <a:pt x="324" y="324"/>
                  </a:lnTo>
                  <a:lnTo>
                    <a:pt x="5444" y="324"/>
                  </a:lnTo>
                  <a:lnTo>
                    <a:pt x="5444" y="400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3" name="TextBox 22"/>
          <p:cNvSpPr txBox="1"/>
          <p:nvPr/>
        </p:nvSpPr>
        <p:spPr bwMode="gray">
          <a:xfrm>
            <a:off x="647430" y="651690"/>
            <a:ext cx="601591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8000" b="0" i="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  <a:cs typeface="Arial"/>
              </a:rPr>
              <a:t>“</a:t>
            </a:r>
          </a:p>
        </p:txBody>
      </p:sp>
      <p:sp>
        <p:nvSpPr>
          <p:cNvPr id="14" name="TextBox 13"/>
          <p:cNvSpPr txBox="1"/>
          <p:nvPr/>
        </p:nvSpPr>
        <p:spPr bwMode="gray">
          <a:xfrm>
            <a:off x="7069418" y="2900292"/>
            <a:ext cx="619063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8000" b="0" i="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  <a:cs typeface="Arial"/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28060" y="927099"/>
            <a:ext cx="6160385" cy="2882179"/>
          </a:xfrm>
        </p:spPr>
        <p:txBody>
          <a:bodyPr anchor="ctr"/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7" name="Text Placeholder 3"/>
          <p:cNvSpPr>
            <a:spLocks noGrp="1"/>
          </p:cNvSpPr>
          <p:nvPr>
            <p:ph type="body" sz="half" idx="13"/>
          </p:nvPr>
        </p:nvSpPr>
        <p:spPr bwMode="gray">
          <a:xfrm>
            <a:off x="1387278" y="3809278"/>
            <a:ext cx="5646143" cy="333113"/>
          </a:xfrm>
        </p:spPr>
        <p:txBody>
          <a:bodyPr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accent1">
                    <a:lumMod val="60000"/>
                    <a:lumOff val="40000"/>
                  </a:schemeClr>
                </a:solidFill>
                <a:latin typeface="+mn-lt"/>
                <a:ea typeface="+mn-ea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440" y="5000816"/>
            <a:ext cx="6343673" cy="1010619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Thursday, 9/26/2024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Rectangle 8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97226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-1588" y="0"/>
            <a:ext cx="9145588" cy="6860798"/>
            <a:chOff x="-1588" y="0"/>
            <a:chExt cx="9145588" cy="6860798"/>
          </a:xfrm>
        </p:grpSpPr>
        <p:sp>
          <p:nvSpPr>
            <p:cNvPr id="10" name="Rectangle 9"/>
            <p:cNvSpPr/>
            <p:nvPr/>
          </p:nvSpPr>
          <p:spPr>
            <a:xfrm>
              <a:off x="0" y="0"/>
              <a:ext cx="9118832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rcRect/>
              <a:stretch>
                <a:fillRect l="-16713" r="-16989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Oval 10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2" name="Oval 11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Oval 12"/>
            <p:cNvSpPr/>
            <p:nvPr/>
          </p:nvSpPr>
          <p:spPr>
            <a:xfrm>
              <a:off x="5689832" y="0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6299432" y="5870198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Freeform 5"/>
            <p:cNvSpPr/>
            <p:nvPr/>
          </p:nvSpPr>
          <p:spPr bwMode="gray">
            <a:xfrm rot="21010068">
              <a:off x="6359946" y="4311243"/>
              <a:ext cx="2377690" cy="317748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8" name="Freeform 7"/>
            <p:cNvSpPr/>
            <p:nvPr/>
          </p:nvSpPr>
          <p:spPr bwMode="gray">
            <a:xfrm>
              <a:off x="485023" y="4381500"/>
              <a:ext cx="8182128" cy="2130508"/>
            </a:xfrm>
            <a:custGeom>
              <a:avLst/>
              <a:gdLst/>
              <a:ahLst/>
              <a:cxnLst/>
              <a:rect l="l" t="t" r="r" b="b"/>
              <a:pathLst>
                <a:path w="10000" h="9621">
                  <a:moveTo>
                    <a:pt x="0" y="0"/>
                  </a:moveTo>
                  <a:lnTo>
                    <a:pt x="0" y="2411"/>
                  </a:lnTo>
                  <a:lnTo>
                    <a:pt x="0" y="9586"/>
                  </a:lnTo>
                  <a:lnTo>
                    <a:pt x="0" y="9621"/>
                  </a:lnTo>
                  <a:lnTo>
                    <a:pt x="10000" y="9585"/>
                  </a:lnTo>
                  <a:cubicBezTo>
                    <a:pt x="9997" y="8144"/>
                    <a:pt x="10003" y="9571"/>
                    <a:pt x="10000" y="9586"/>
                  </a:cubicBezTo>
                  <a:cubicBezTo>
                    <a:pt x="9997" y="7194"/>
                    <a:pt x="9993" y="4803"/>
                    <a:pt x="9990" y="2411"/>
                  </a:cubicBezTo>
                  <a:lnTo>
                    <a:pt x="9990" y="0"/>
                  </a:lnTo>
                  <a:lnTo>
                    <a:pt x="9990" y="0"/>
                  </a:lnTo>
                  <a:lnTo>
                    <a:pt x="9534" y="253"/>
                  </a:lnTo>
                  <a:lnTo>
                    <a:pt x="9084" y="477"/>
                  </a:lnTo>
                  <a:lnTo>
                    <a:pt x="8628" y="669"/>
                  </a:lnTo>
                  <a:lnTo>
                    <a:pt x="8177" y="847"/>
                  </a:lnTo>
                  <a:lnTo>
                    <a:pt x="7726" y="984"/>
                  </a:lnTo>
                  <a:lnTo>
                    <a:pt x="7279" y="1087"/>
                  </a:lnTo>
                  <a:lnTo>
                    <a:pt x="6832" y="1176"/>
                  </a:lnTo>
                  <a:lnTo>
                    <a:pt x="6393" y="1236"/>
                  </a:lnTo>
                  <a:lnTo>
                    <a:pt x="5962" y="1279"/>
                  </a:lnTo>
                  <a:lnTo>
                    <a:pt x="5534" y="1294"/>
                  </a:lnTo>
                  <a:lnTo>
                    <a:pt x="5120" y="1294"/>
                  </a:lnTo>
                  <a:lnTo>
                    <a:pt x="4709" y="1294"/>
                  </a:lnTo>
                  <a:lnTo>
                    <a:pt x="4311" y="1266"/>
                  </a:lnTo>
                  <a:lnTo>
                    <a:pt x="3923" y="1221"/>
                  </a:lnTo>
                  <a:lnTo>
                    <a:pt x="3548" y="1161"/>
                  </a:lnTo>
                  <a:lnTo>
                    <a:pt x="3187" y="1101"/>
                  </a:lnTo>
                  <a:lnTo>
                    <a:pt x="2840" y="1026"/>
                  </a:lnTo>
                  <a:lnTo>
                    <a:pt x="2505" y="954"/>
                  </a:lnTo>
                  <a:lnTo>
                    <a:pt x="2192" y="865"/>
                  </a:lnTo>
                  <a:lnTo>
                    <a:pt x="1889" y="775"/>
                  </a:lnTo>
                  <a:lnTo>
                    <a:pt x="1346" y="579"/>
                  </a:lnTo>
                  <a:lnTo>
                    <a:pt x="882" y="400"/>
                  </a:lnTo>
                  <a:lnTo>
                    <a:pt x="511" y="253"/>
                  </a:lnTo>
                  <a:lnTo>
                    <a:pt x="234" y="118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7" name="Freeform 5"/>
            <p:cNvSpPr>
              <a:spLocks noEditPoints="1"/>
            </p:cNvSpPr>
            <p:nvPr/>
          </p:nvSpPr>
          <p:spPr bwMode="gray">
            <a:xfrm>
              <a:off x="0" y="0"/>
              <a:ext cx="9144000" cy="6858000"/>
            </a:xfrm>
            <a:custGeom>
              <a:avLst/>
              <a:gdLst/>
              <a:ahLst/>
              <a:cxnLst/>
              <a:rect l="0" t="0" r="r" b="b"/>
              <a:pathLst>
                <a:path w="5760" h="4320">
                  <a:moveTo>
                    <a:pt x="0" y="0"/>
                  </a:moveTo>
                  <a:lnTo>
                    <a:pt x="0" y="4320"/>
                  </a:lnTo>
                  <a:lnTo>
                    <a:pt x="5760" y="4320"/>
                  </a:lnTo>
                  <a:lnTo>
                    <a:pt x="5760" y="0"/>
                  </a:lnTo>
                  <a:lnTo>
                    <a:pt x="0" y="0"/>
                  </a:lnTo>
                  <a:close/>
                  <a:moveTo>
                    <a:pt x="5444" y="4004"/>
                  </a:moveTo>
                  <a:lnTo>
                    <a:pt x="324" y="4004"/>
                  </a:lnTo>
                  <a:lnTo>
                    <a:pt x="324" y="324"/>
                  </a:lnTo>
                  <a:lnTo>
                    <a:pt x="5444" y="324"/>
                  </a:lnTo>
                  <a:lnTo>
                    <a:pt x="5444" y="400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0" y="2057400"/>
            <a:ext cx="6422005" cy="209550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6441" y="5024908"/>
            <a:ext cx="6422004" cy="994891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Thursday, 9/26/2024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574900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0" y="927100"/>
            <a:ext cx="6423593" cy="709864"/>
          </a:xfrm>
        </p:spPr>
        <p:txBody>
          <a:bodyPr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6440" y="2489200"/>
            <a:ext cx="2313432" cy="657962"/>
          </a:xfrm>
        </p:spPr>
        <p:txBody>
          <a:bodyPr anchor="b">
            <a:noAutofit/>
          </a:bodyPr>
          <a:lstStyle>
            <a:lvl1pPr marL="0" indent="0">
              <a:buNone/>
              <a:defRPr sz="20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5"/>
          </p:nvPr>
        </p:nvSpPr>
        <p:spPr>
          <a:xfrm>
            <a:off x="866440" y="3147164"/>
            <a:ext cx="2313432" cy="2888366"/>
          </a:xfrm>
        </p:spPr>
        <p:txBody>
          <a:bodyPr anchor="t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05614" y="2489200"/>
            <a:ext cx="2318918" cy="657962"/>
          </a:xfrm>
        </p:spPr>
        <p:txBody>
          <a:bodyPr anchor="b">
            <a:noAutofit/>
          </a:bodyPr>
          <a:lstStyle>
            <a:lvl1pPr marL="0" indent="0">
              <a:buNone/>
              <a:defRPr sz="20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6"/>
          </p:nvPr>
        </p:nvSpPr>
        <p:spPr>
          <a:xfrm>
            <a:off x="3408471" y="3147164"/>
            <a:ext cx="2318918" cy="2888366"/>
          </a:xfrm>
        </p:spPr>
        <p:txBody>
          <a:bodyPr anchor="t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958642" y="2489200"/>
            <a:ext cx="2318918" cy="657962"/>
          </a:xfrm>
        </p:spPr>
        <p:txBody>
          <a:bodyPr anchor="b">
            <a:noAutofit/>
          </a:bodyPr>
          <a:lstStyle>
            <a:lvl1pPr marL="0" indent="0">
              <a:buNone/>
              <a:defRPr sz="20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7"/>
          </p:nvPr>
        </p:nvSpPr>
        <p:spPr>
          <a:xfrm>
            <a:off x="5960935" y="3147164"/>
            <a:ext cx="2316625" cy="2888366"/>
          </a:xfrm>
        </p:spPr>
        <p:txBody>
          <a:bodyPr anchor="t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3294530" y="2489201"/>
            <a:ext cx="0" cy="3546328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5849521" y="2489201"/>
            <a:ext cx="0" cy="3546328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Thursday, 9/26/2024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7600614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0" y="927100"/>
            <a:ext cx="6345260" cy="709864"/>
          </a:xfrm>
        </p:spPr>
        <p:txBody>
          <a:bodyPr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6440" y="4179596"/>
            <a:ext cx="2313432" cy="657962"/>
          </a:xfrm>
        </p:spPr>
        <p:txBody>
          <a:bodyPr anchor="b">
            <a:noAutofit/>
          </a:bodyPr>
          <a:lstStyle>
            <a:lvl1pPr marL="0" indent="0">
              <a:buNone/>
              <a:defRPr sz="20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019055" y="2489200"/>
            <a:ext cx="2015144" cy="1447342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8"/>
          </p:nvPr>
        </p:nvSpPr>
        <p:spPr>
          <a:xfrm>
            <a:off x="866439" y="4837558"/>
            <a:ext cx="2313432" cy="1187321"/>
          </a:xfrm>
        </p:spPr>
        <p:txBody>
          <a:bodyPr anchor="t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11125" y="4179595"/>
            <a:ext cx="2318918" cy="657962"/>
          </a:xfrm>
        </p:spPr>
        <p:txBody>
          <a:bodyPr anchor="b">
            <a:noAutofit/>
          </a:bodyPr>
          <a:lstStyle>
            <a:lvl1pPr marL="0" indent="0">
              <a:buNone/>
              <a:defRPr sz="20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8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553189" y="2489200"/>
            <a:ext cx="2015144" cy="1447342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3411125" y="4848208"/>
            <a:ext cx="2318918" cy="1187321"/>
          </a:xfrm>
        </p:spPr>
        <p:txBody>
          <a:bodyPr anchor="t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958642" y="4179596"/>
            <a:ext cx="2318918" cy="657962"/>
          </a:xfrm>
        </p:spPr>
        <p:txBody>
          <a:bodyPr anchor="b">
            <a:noAutofit/>
          </a:bodyPr>
          <a:lstStyle>
            <a:lvl1pPr marL="0" indent="0">
              <a:buNone/>
              <a:defRPr sz="20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9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6108641" y="2489200"/>
            <a:ext cx="2015144" cy="1447342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5958642" y="4837558"/>
            <a:ext cx="2318918" cy="1187321"/>
          </a:xfrm>
        </p:spPr>
        <p:txBody>
          <a:bodyPr anchor="t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40" name="Straight Connector 39"/>
          <p:cNvCxnSpPr/>
          <p:nvPr/>
        </p:nvCxnSpPr>
        <p:spPr>
          <a:xfrm>
            <a:off x="3290019" y="2489201"/>
            <a:ext cx="0" cy="3546328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Straight Connector 40"/>
          <p:cNvCxnSpPr/>
          <p:nvPr/>
        </p:nvCxnSpPr>
        <p:spPr>
          <a:xfrm>
            <a:off x="5849521" y="2489201"/>
            <a:ext cx="0" cy="3546328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Thursday, 9/26/2024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7622106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 anchorCtr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621301" y="6387910"/>
            <a:ext cx="990599" cy="228659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Thursday, 9/26/2024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16133" y="6387910"/>
            <a:ext cx="3859795" cy="22866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69610536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-1588" y="0"/>
            <a:ext cx="9120420" cy="6860798"/>
            <a:chOff x="-1588" y="0"/>
            <a:chExt cx="9120420" cy="6860798"/>
          </a:xfrm>
        </p:grpSpPr>
        <p:sp>
          <p:nvSpPr>
            <p:cNvPr id="11" name="Rectangle 10"/>
            <p:cNvSpPr/>
            <p:nvPr/>
          </p:nvSpPr>
          <p:spPr>
            <a:xfrm>
              <a:off x="0" y="0"/>
              <a:ext cx="9118832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rcRect/>
              <a:stretch>
                <a:fillRect l="-16713" r="-16989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2" name="Oval 11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Oval 12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5689832" y="0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6299432" y="5870198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Freeform 5"/>
            <p:cNvSpPr/>
            <p:nvPr/>
          </p:nvSpPr>
          <p:spPr bwMode="gray">
            <a:xfrm rot="4966650">
              <a:off x="4673046" y="5107506"/>
              <a:ext cx="2377690" cy="317748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</p:grpSp>
      <p:sp>
        <p:nvSpPr>
          <p:cNvPr id="17" name="Rectangle 16"/>
          <p:cNvSpPr/>
          <p:nvPr/>
        </p:nvSpPr>
        <p:spPr>
          <a:xfrm>
            <a:off x="414867" y="402165"/>
            <a:ext cx="4610565" cy="605367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0" name="Freeform 9"/>
          <p:cNvSpPr/>
          <p:nvPr/>
        </p:nvSpPr>
        <p:spPr bwMode="gray">
          <a:xfrm rot="5400000">
            <a:off x="1299309" y="1765596"/>
            <a:ext cx="5995993" cy="3326809"/>
          </a:xfrm>
          <a:custGeom>
            <a:avLst/>
            <a:gdLst/>
            <a:ahLst/>
            <a:cxnLst/>
            <a:rect l="0" t="0" r="r" b="b"/>
            <a:pathLst>
              <a:path w="4960" h="2752">
                <a:moveTo>
                  <a:pt x="0" y="0"/>
                </a:moveTo>
                <a:lnTo>
                  <a:pt x="0" y="324"/>
                </a:lnTo>
                <a:lnTo>
                  <a:pt x="0" y="1992"/>
                </a:lnTo>
                <a:lnTo>
                  <a:pt x="0" y="2752"/>
                </a:lnTo>
                <a:lnTo>
                  <a:pt x="4960" y="2752"/>
                </a:lnTo>
                <a:lnTo>
                  <a:pt x="4960" y="1992"/>
                </a:lnTo>
                <a:lnTo>
                  <a:pt x="4960" y="324"/>
                </a:lnTo>
                <a:lnTo>
                  <a:pt x="4960" y="0"/>
                </a:lnTo>
                <a:lnTo>
                  <a:pt x="4960" y="0"/>
                </a:lnTo>
                <a:lnTo>
                  <a:pt x="4734" y="34"/>
                </a:lnTo>
                <a:lnTo>
                  <a:pt x="4510" y="64"/>
                </a:lnTo>
                <a:lnTo>
                  <a:pt x="4284" y="90"/>
                </a:lnTo>
                <a:lnTo>
                  <a:pt x="4060" y="114"/>
                </a:lnTo>
                <a:lnTo>
                  <a:pt x="3836" y="132"/>
                </a:lnTo>
                <a:lnTo>
                  <a:pt x="3614" y="146"/>
                </a:lnTo>
                <a:lnTo>
                  <a:pt x="3392" y="158"/>
                </a:lnTo>
                <a:lnTo>
                  <a:pt x="3174" y="166"/>
                </a:lnTo>
                <a:lnTo>
                  <a:pt x="2960" y="172"/>
                </a:lnTo>
                <a:lnTo>
                  <a:pt x="2748" y="174"/>
                </a:lnTo>
                <a:lnTo>
                  <a:pt x="2542" y="174"/>
                </a:lnTo>
                <a:lnTo>
                  <a:pt x="2338" y="174"/>
                </a:lnTo>
                <a:lnTo>
                  <a:pt x="2140" y="170"/>
                </a:lnTo>
                <a:lnTo>
                  <a:pt x="1948" y="164"/>
                </a:lnTo>
                <a:lnTo>
                  <a:pt x="1762" y="156"/>
                </a:lnTo>
                <a:lnTo>
                  <a:pt x="1582" y="148"/>
                </a:lnTo>
                <a:lnTo>
                  <a:pt x="1410" y="138"/>
                </a:lnTo>
                <a:lnTo>
                  <a:pt x="1244" y="128"/>
                </a:lnTo>
                <a:lnTo>
                  <a:pt x="1088" y="116"/>
                </a:lnTo>
                <a:lnTo>
                  <a:pt x="938" y="104"/>
                </a:lnTo>
                <a:lnTo>
                  <a:pt x="668" y="78"/>
                </a:lnTo>
                <a:lnTo>
                  <a:pt x="438" y="54"/>
                </a:lnTo>
                <a:lnTo>
                  <a:pt x="254" y="34"/>
                </a:lnTo>
                <a:lnTo>
                  <a:pt x="116" y="16"/>
                </a:lnTo>
                <a:lnTo>
                  <a:pt x="0" y="0"/>
                </a:lnTo>
                <a:lnTo>
                  <a:pt x="0" y="0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</p:sp>
      <p:sp>
        <p:nvSpPr>
          <p:cNvPr id="18" name="Freeform 5"/>
          <p:cNvSpPr>
            <a:spLocks noEditPoints="1"/>
          </p:cNvSpPr>
          <p:nvPr/>
        </p:nvSpPr>
        <p:spPr bwMode="gray">
          <a:xfrm>
            <a:off x="0" y="0"/>
            <a:ext cx="9144000" cy="6858000"/>
          </a:xfrm>
          <a:custGeom>
            <a:avLst/>
            <a:gdLst/>
            <a:ahLst/>
            <a:cxnLst/>
            <a:rect l="0" t="0" r="r" b="b"/>
            <a:pathLst>
              <a:path w="5760" h="4320">
                <a:moveTo>
                  <a:pt x="0" y="0"/>
                </a:moveTo>
                <a:lnTo>
                  <a:pt x="0" y="4320"/>
                </a:lnTo>
                <a:lnTo>
                  <a:pt x="5760" y="4320"/>
                </a:lnTo>
                <a:lnTo>
                  <a:pt x="5760" y="0"/>
                </a:lnTo>
                <a:lnTo>
                  <a:pt x="0" y="0"/>
                </a:lnTo>
                <a:close/>
                <a:moveTo>
                  <a:pt x="5444" y="4004"/>
                </a:moveTo>
                <a:lnTo>
                  <a:pt x="324" y="4004"/>
                </a:lnTo>
                <a:lnTo>
                  <a:pt x="324" y="324"/>
                </a:lnTo>
                <a:lnTo>
                  <a:pt x="5444" y="324"/>
                </a:lnTo>
                <a:lnTo>
                  <a:pt x="5444" y="4004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174928" y="1447799"/>
            <a:ext cx="1113516" cy="4572001"/>
          </a:xfrm>
        </p:spPr>
        <p:txBody>
          <a:bodyPr vert="eaVert" anchor="ctr" anchorCtr="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66738" y="1447799"/>
            <a:ext cx="4416936" cy="4572001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Thursday, 9/26/2024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38546" y="6365498"/>
            <a:ext cx="3859795" cy="228660"/>
          </a:xfrm>
        </p:spPr>
        <p:txBody>
          <a:bodyPr/>
          <a:lstStyle/>
          <a:p>
            <a:endParaRPr lang="en-US"/>
          </a:p>
        </p:txBody>
      </p:sp>
      <p:sp>
        <p:nvSpPr>
          <p:cNvPr id="9" name="Rectangle 8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463810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jpe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/>
          <p:cNvGrpSpPr/>
          <p:nvPr/>
        </p:nvGrpSpPr>
        <p:grpSpPr>
          <a:xfrm>
            <a:off x="-1588" y="0"/>
            <a:ext cx="9145588" cy="6860798"/>
            <a:chOff x="-1588" y="0"/>
            <a:chExt cx="9145588" cy="6860798"/>
          </a:xfrm>
        </p:grpSpPr>
        <p:sp>
          <p:nvSpPr>
            <p:cNvPr id="14" name="Rectangle 13"/>
            <p:cNvSpPr/>
            <p:nvPr/>
          </p:nvSpPr>
          <p:spPr>
            <a:xfrm>
              <a:off x="0" y="0"/>
              <a:ext cx="9118832" cy="6858000"/>
            </a:xfrm>
            <a:prstGeom prst="rect">
              <a:avLst/>
            </a:prstGeom>
            <a:blipFill>
              <a:blip r:embed="rId19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rcRect/>
              <a:stretch>
                <a:fillRect l="-16713" r="-16989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Oval 21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Oval 22"/>
            <p:cNvSpPr/>
            <p:nvPr/>
          </p:nvSpPr>
          <p:spPr>
            <a:xfrm>
              <a:off x="5689832" y="0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Oval 23"/>
            <p:cNvSpPr/>
            <p:nvPr/>
          </p:nvSpPr>
          <p:spPr>
            <a:xfrm>
              <a:off x="6299432" y="5870198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Freeform 5"/>
            <p:cNvSpPr/>
            <p:nvPr/>
          </p:nvSpPr>
          <p:spPr bwMode="gray">
            <a:xfrm rot="21010068">
              <a:off x="6359946" y="1790293"/>
              <a:ext cx="2377690" cy="317748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25" name="Freeform 24"/>
            <p:cNvSpPr/>
            <p:nvPr/>
          </p:nvSpPr>
          <p:spPr bwMode="gray">
            <a:xfrm>
              <a:off x="485023" y="1856450"/>
              <a:ext cx="8173954" cy="4535226"/>
            </a:xfrm>
            <a:custGeom>
              <a:avLst/>
              <a:gdLst/>
              <a:ahLst/>
              <a:cxnLst/>
              <a:rect l="0" t="0" r="r" b="b"/>
              <a:pathLst>
                <a:path w="4960" h="2752">
                  <a:moveTo>
                    <a:pt x="0" y="0"/>
                  </a:moveTo>
                  <a:lnTo>
                    <a:pt x="0" y="324"/>
                  </a:lnTo>
                  <a:lnTo>
                    <a:pt x="0" y="1992"/>
                  </a:lnTo>
                  <a:lnTo>
                    <a:pt x="0" y="2752"/>
                  </a:lnTo>
                  <a:lnTo>
                    <a:pt x="4960" y="2752"/>
                  </a:lnTo>
                  <a:lnTo>
                    <a:pt x="4960" y="1992"/>
                  </a:lnTo>
                  <a:lnTo>
                    <a:pt x="4960" y="324"/>
                  </a:lnTo>
                  <a:lnTo>
                    <a:pt x="4960" y="0"/>
                  </a:lnTo>
                  <a:lnTo>
                    <a:pt x="4960" y="0"/>
                  </a:lnTo>
                  <a:lnTo>
                    <a:pt x="4734" y="34"/>
                  </a:lnTo>
                  <a:lnTo>
                    <a:pt x="4510" y="64"/>
                  </a:lnTo>
                  <a:lnTo>
                    <a:pt x="4284" y="90"/>
                  </a:lnTo>
                  <a:lnTo>
                    <a:pt x="4060" y="114"/>
                  </a:lnTo>
                  <a:lnTo>
                    <a:pt x="3836" y="132"/>
                  </a:lnTo>
                  <a:lnTo>
                    <a:pt x="3614" y="146"/>
                  </a:lnTo>
                  <a:lnTo>
                    <a:pt x="3392" y="158"/>
                  </a:lnTo>
                  <a:lnTo>
                    <a:pt x="3174" y="166"/>
                  </a:lnTo>
                  <a:lnTo>
                    <a:pt x="2960" y="172"/>
                  </a:lnTo>
                  <a:lnTo>
                    <a:pt x="2748" y="174"/>
                  </a:lnTo>
                  <a:lnTo>
                    <a:pt x="2542" y="174"/>
                  </a:lnTo>
                  <a:lnTo>
                    <a:pt x="2338" y="174"/>
                  </a:lnTo>
                  <a:lnTo>
                    <a:pt x="2140" y="170"/>
                  </a:lnTo>
                  <a:lnTo>
                    <a:pt x="1948" y="164"/>
                  </a:lnTo>
                  <a:lnTo>
                    <a:pt x="1762" y="156"/>
                  </a:lnTo>
                  <a:lnTo>
                    <a:pt x="1582" y="148"/>
                  </a:lnTo>
                  <a:lnTo>
                    <a:pt x="1410" y="138"/>
                  </a:lnTo>
                  <a:lnTo>
                    <a:pt x="1244" y="128"/>
                  </a:lnTo>
                  <a:lnTo>
                    <a:pt x="1088" y="116"/>
                  </a:lnTo>
                  <a:lnTo>
                    <a:pt x="938" y="104"/>
                  </a:lnTo>
                  <a:lnTo>
                    <a:pt x="668" y="78"/>
                  </a:lnTo>
                  <a:lnTo>
                    <a:pt x="438" y="54"/>
                  </a:lnTo>
                  <a:lnTo>
                    <a:pt x="254" y="34"/>
                  </a:lnTo>
                  <a:lnTo>
                    <a:pt x="116" y="1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0" name="Freeform 5"/>
            <p:cNvSpPr>
              <a:spLocks noEditPoints="1"/>
            </p:cNvSpPr>
            <p:nvPr/>
          </p:nvSpPr>
          <p:spPr bwMode="gray">
            <a:xfrm>
              <a:off x="0" y="0"/>
              <a:ext cx="9144000" cy="6858000"/>
            </a:xfrm>
            <a:custGeom>
              <a:avLst/>
              <a:gdLst/>
              <a:ahLst/>
              <a:cxnLst/>
              <a:rect l="0" t="0" r="r" b="b"/>
              <a:pathLst>
                <a:path w="5760" h="4320">
                  <a:moveTo>
                    <a:pt x="0" y="0"/>
                  </a:moveTo>
                  <a:lnTo>
                    <a:pt x="0" y="4320"/>
                  </a:lnTo>
                  <a:lnTo>
                    <a:pt x="5760" y="4320"/>
                  </a:lnTo>
                  <a:lnTo>
                    <a:pt x="5760" y="0"/>
                  </a:lnTo>
                  <a:lnTo>
                    <a:pt x="0" y="0"/>
                  </a:lnTo>
                  <a:close/>
                  <a:moveTo>
                    <a:pt x="5444" y="4004"/>
                  </a:moveTo>
                  <a:lnTo>
                    <a:pt x="324" y="4004"/>
                  </a:lnTo>
                  <a:lnTo>
                    <a:pt x="324" y="324"/>
                  </a:lnTo>
                  <a:lnTo>
                    <a:pt x="5444" y="324"/>
                  </a:lnTo>
                  <a:lnTo>
                    <a:pt x="5444" y="400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 bwMode="gray">
          <a:xfrm>
            <a:off x="866440" y="927099"/>
            <a:ext cx="6345260" cy="70986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4382" y="2489200"/>
            <a:ext cx="6345260" cy="35306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574443" y="6365498"/>
            <a:ext cx="990599" cy="228659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900" b="1" i="0">
                <a:solidFill>
                  <a:schemeClr val="accent1"/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Thursday, 9/26/2024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90843" y="6365497"/>
            <a:ext cx="3859795" cy="22866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900" b="1" i="0">
                <a:solidFill>
                  <a:schemeClr val="accent1"/>
                </a:solidFill>
              </a:defRPr>
            </a:lvl1pPr>
          </a:lstStyle>
          <a:p>
            <a:endParaRPr lang="en-US"/>
          </a:p>
        </p:txBody>
      </p:sp>
      <p:sp>
        <p:nvSpPr>
          <p:cNvPr id="26" name="Rectangle 25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8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7678616" y="295730"/>
            <a:ext cx="791308" cy="767687"/>
          </a:xfrm>
          <a:prstGeom prst="rect">
            <a:avLst/>
          </a:prstGeom>
        </p:spPr>
        <p:txBody>
          <a:bodyPr anchor="b"/>
          <a:lstStyle>
            <a:lvl1pPr algn="ctr">
              <a:defRPr sz="2800">
                <a:solidFill>
                  <a:schemeClr val="bg1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1447430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3200" b="0" i="0" kern="1200">
          <a:solidFill>
            <a:schemeClr val="bg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685800" indent="-283464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96012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23444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150876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8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0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225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24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Java Inheritance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dirty="0"/>
              <a:t>An Overview of Inheritance in Java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What is Inheritance?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Inheritance is one of the core concepts of object-oriented programming (OOP) in Java. It allows one class (child class) to inherit fields and methods from another class (parent class). This helps in reusing code and establishing a natural hierarchy between classes.</a:t>
            </a:r>
          </a:p>
          <a:p>
            <a:r>
              <a:rPr dirty="0"/>
              <a:t>Key terms related to Inheritance:</a:t>
            </a:r>
          </a:p>
          <a:p>
            <a:pPr lvl="1"/>
            <a:r>
              <a:rPr dirty="0"/>
              <a:t>1. Superclass (Parent Class)</a:t>
            </a:r>
          </a:p>
          <a:p>
            <a:pPr lvl="1"/>
            <a:r>
              <a:rPr dirty="0"/>
              <a:t>2. Subclass (Child Class)</a:t>
            </a:r>
          </a:p>
          <a:p>
            <a:pPr lvl="1"/>
            <a:r>
              <a:rPr dirty="0"/>
              <a:t>3. 'extends' keyword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Example 1: Simple Inheritance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In this example, a subclass inherits attributes and methods from a superclass.</a:t>
            </a:r>
          </a:p>
          <a:p>
            <a:pPr marL="0" indent="0">
              <a:buNone/>
            </a:pPr>
            <a:r>
              <a:rPr dirty="0"/>
              <a:t>class Animal {</a:t>
            </a:r>
          </a:p>
          <a:p>
            <a:pPr marL="0" indent="0">
              <a:buNone/>
            </a:pPr>
            <a:r>
              <a:rPr dirty="0"/>
              <a:t>   void eat() { </a:t>
            </a:r>
            <a:r>
              <a:rPr dirty="0" err="1"/>
              <a:t>System.out.println</a:t>
            </a:r>
            <a:r>
              <a:rPr dirty="0"/>
              <a:t>('This animal eats food'); }</a:t>
            </a:r>
          </a:p>
          <a:p>
            <a:pPr marL="0" indent="0">
              <a:buNone/>
            </a:pPr>
            <a:r>
              <a:rPr dirty="0"/>
              <a:t>}</a:t>
            </a:r>
          </a:p>
          <a:p>
            <a:pPr marL="0" indent="0">
              <a:buNone/>
            </a:pPr>
            <a:r>
              <a:rPr dirty="0"/>
              <a:t>class Dog extends Animal {</a:t>
            </a:r>
          </a:p>
          <a:p>
            <a:pPr marL="0" indent="0">
              <a:buNone/>
            </a:pPr>
            <a:r>
              <a:rPr dirty="0"/>
              <a:t>   void bark() { </a:t>
            </a:r>
            <a:r>
              <a:rPr dirty="0" err="1"/>
              <a:t>System.out.println</a:t>
            </a:r>
            <a:r>
              <a:rPr dirty="0"/>
              <a:t>('The dog barks'); }</a:t>
            </a:r>
          </a:p>
          <a:p>
            <a:pPr marL="0" indent="0">
              <a:buNone/>
            </a:pPr>
            <a:r>
              <a:rPr dirty="0"/>
              <a:t>}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Example 2: Method Overriding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dirty="0"/>
              <a:t>A subclass can override a method defined in its superclass to provide a specific implementation.</a:t>
            </a:r>
          </a:p>
          <a:p>
            <a:pPr marL="0" indent="0">
              <a:buNone/>
            </a:pPr>
            <a:r>
              <a:rPr dirty="0"/>
              <a:t>class Animal {</a:t>
            </a:r>
          </a:p>
          <a:p>
            <a:pPr marL="0" indent="0">
              <a:buNone/>
            </a:pPr>
            <a:r>
              <a:rPr dirty="0"/>
              <a:t>   void sound() { </a:t>
            </a:r>
            <a:r>
              <a:rPr dirty="0" err="1"/>
              <a:t>System.out.println</a:t>
            </a:r>
            <a:r>
              <a:rPr dirty="0"/>
              <a:t>('Animal makes a sound'); }</a:t>
            </a:r>
          </a:p>
          <a:p>
            <a:pPr marL="0" indent="0">
              <a:buNone/>
            </a:pPr>
            <a:r>
              <a:rPr dirty="0"/>
              <a:t>}</a:t>
            </a:r>
          </a:p>
          <a:p>
            <a:pPr marL="0" indent="0">
              <a:buNone/>
            </a:pPr>
            <a:r>
              <a:rPr dirty="0"/>
              <a:t>class Dog extends Animal {</a:t>
            </a:r>
          </a:p>
          <a:p>
            <a:pPr marL="0" indent="0">
              <a:buNone/>
            </a:pPr>
            <a:r>
              <a:rPr dirty="0"/>
              <a:t>   @Override</a:t>
            </a:r>
          </a:p>
          <a:p>
            <a:pPr marL="0" indent="0">
              <a:buNone/>
            </a:pPr>
            <a:r>
              <a:rPr dirty="0"/>
              <a:t>   void sound() { </a:t>
            </a:r>
            <a:r>
              <a:rPr dirty="0" err="1"/>
              <a:t>System.out.println</a:t>
            </a:r>
            <a:r>
              <a:rPr dirty="0"/>
              <a:t>('Dog barks'); }</a:t>
            </a:r>
          </a:p>
          <a:p>
            <a:pPr marL="0" indent="0">
              <a:buNone/>
            </a:pPr>
            <a:r>
              <a:rPr dirty="0"/>
              <a:t>}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Example 3: Using 'super' Keyword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The 'super' keyword is used to call the constructor or methods of the parent class.</a:t>
            </a:r>
          </a:p>
          <a:p>
            <a:pPr marL="0" indent="0">
              <a:buNone/>
            </a:pPr>
            <a:r>
              <a:rPr dirty="0"/>
              <a:t>class Animal {</a:t>
            </a:r>
          </a:p>
          <a:p>
            <a:pPr marL="0" indent="0">
              <a:buNone/>
            </a:pPr>
            <a:r>
              <a:rPr dirty="0"/>
              <a:t>   Animal() { </a:t>
            </a:r>
            <a:r>
              <a:rPr dirty="0" err="1"/>
              <a:t>System.out.println</a:t>
            </a:r>
            <a:r>
              <a:rPr dirty="0"/>
              <a:t>('Animal is created'); }</a:t>
            </a:r>
          </a:p>
          <a:p>
            <a:pPr marL="0" indent="0">
              <a:buNone/>
            </a:pPr>
            <a:r>
              <a:rPr dirty="0"/>
              <a:t>}</a:t>
            </a:r>
          </a:p>
          <a:p>
            <a:pPr marL="0" indent="0">
              <a:buNone/>
            </a:pPr>
            <a:r>
              <a:rPr dirty="0"/>
              <a:t>class Dog extends Animal {</a:t>
            </a:r>
          </a:p>
          <a:p>
            <a:pPr marL="0" indent="0">
              <a:buNone/>
            </a:pPr>
            <a:r>
              <a:rPr dirty="0"/>
              <a:t>   Dog() { super(); </a:t>
            </a:r>
            <a:r>
              <a:rPr dirty="0" err="1"/>
              <a:t>System.out.println</a:t>
            </a:r>
            <a:r>
              <a:rPr dirty="0"/>
              <a:t>('Dog is created'); }</a:t>
            </a:r>
          </a:p>
          <a:p>
            <a:pPr marL="0" indent="0">
              <a:buNone/>
            </a:pPr>
            <a:r>
              <a:rPr dirty="0"/>
              <a:t>}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Benefits of Inheritance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1. Code Reusability: Inheritance allows reuse of the code already written in the parent class.</a:t>
            </a:r>
          </a:p>
          <a:p>
            <a:r>
              <a:t>2. Method Overriding: Allows child class to provide specific implementation for a method already defined in parent class.</a:t>
            </a:r>
          </a:p>
          <a:p>
            <a:r>
              <a:t>3. Establishing a Relationship: Creates a parent-child relationship between two classes, allowing hierarchical classification.</a:t>
            </a:r>
          </a:p>
        </p:txBody>
      </p:sp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 Boardroom">
  <a:themeElements>
    <a:clrScheme name="Ion Boardroom">
      <a:dk1>
        <a:sysClr val="windowText" lastClr="000000"/>
      </a:dk1>
      <a:lt1>
        <a:sysClr val="window" lastClr="FFFFFF"/>
      </a:lt1>
      <a:dk2>
        <a:srgbClr val="3B3059"/>
      </a:dk2>
      <a:lt2>
        <a:srgbClr val="EBEBEB"/>
      </a:lt2>
      <a:accent1>
        <a:srgbClr val="B31166"/>
      </a:accent1>
      <a:accent2>
        <a:srgbClr val="E33D6F"/>
      </a:accent2>
      <a:accent3>
        <a:srgbClr val="E45F3C"/>
      </a:accent3>
      <a:accent4>
        <a:srgbClr val="E9943A"/>
      </a:accent4>
      <a:accent5>
        <a:srgbClr val="9B6BF2"/>
      </a:accent5>
      <a:accent6>
        <a:srgbClr val="D53DD0"/>
      </a:accent6>
      <a:hlink>
        <a:srgbClr val="8F8F8F"/>
      </a:hlink>
      <a:folHlink>
        <a:srgbClr val="A5A5A5"/>
      </a:folHlink>
    </a:clrScheme>
    <a:fontScheme name="Ion Boardroom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 Boardroom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hueMod val="124000"/>
                <a:satMod val="148000"/>
                <a:lumMod val="124000"/>
              </a:schemeClr>
            </a:gs>
            <a:gs pos="100000">
              <a:schemeClr val="phClr">
                <a:shade val="76000"/>
                <a:hueMod val="89000"/>
                <a:satMod val="164000"/>
                <a:lumMod val="5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91000"/>
                <a:satMod val="164000"/>
                <a:lumMod val="74000"/>
              </a:schemeClr>
              <a:schemeClr val="phClr">
                <a:hueMod val="124000"/>
                <a:satMod val="140000"/>
                <a:lumMod val="14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 Boardroom" id="{FC33163D-4339-46B1-8EED-24C834239D99}" vid="{B8502691-933B-45FE-8764-BA278511EF27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Ion Boardroom</Template>
  <TotalTime>2</TotalTime>
  <Words>340</Words>
  <Application>Microsoft Office PowerPoint</Application>
  <PresentationFormat>On-screen Show (4:3)</PresentationFormat>
  <Paragraphs>37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0" baseType="lpstr">
      <vt:lpstr>Arial</vt:lpstr>
      <vt:lpstr>Century Gothic</vt:lpstr>
      <vt:lpstr>Wingdings 3</vt:lpstr>
      <vt:lpstr>Ion Boardroom</vt:lpstr>
      <vt:lpstr>Java Inheritance</vt:lpstr>
      <vt:lpstr>What is Inheritance?</vt:lpstr>
      <vt:lpstr>Example 1: Simple Inheritance</vt:lpstr>
      <vt:lpstr>Example 2: Method Overriding</vt:lpstr>
      <vt:lpstr>Example 3: Using 'super' Keyword</vt:lpstr>
      <vt:lpstr>Benefits of Inheritance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Samuel Addington</dc:creator>
  <cp:keywords/>
  <dc:description>generated using python-pptx</dc:description>
  <cp:lastModifiedBy>Samuel Addington</cp:lastModifiedBy>
  <cp:revision>2</cp:revision>
  <dcterms:created xsi:type="dcterms:W3CDTF">2013-01-27T09:14:16Z</dcterms:created>
  <dcterms:modified xsi:type="dcterms:W3CDTF">2024-09-26T17:50:46Z</dcterms:modified>
  <cp:category/>
</cp:coreProperties>
</file>