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5" d="100"/>
          <a:sy n="145" d="100"/>
        </p:scale>
        <p:origin x="708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Addington" userId="53b8a48b8a7cf40e" providerId="LiveId" clId="{23644024-13DC-493D-8AA7-9178BFC26664}"/>
    <pc:docChg chg="modSld">
      <pc:chgData name="Samuel Addington" userId="53b8a48b8a7cf40e" providerId="LiveId" clId="{23644024-13DC-493D-8AA7-9178BFC26664}" dt="2024-09-26T17:59:33.164" v="14" actId="20577"/>
      <pc:docMkLst>
        <pc:docMk/>
      </pc:docMkLst>
      <pc:sldChg chg="modSp mod">
        <pc:chgData name="Samuel Addington" userId="53b8a48b8a7cf40e" providerId="LiveId" clId="{23644024-13DC-493D-8AA7-9178BFC26664}" dt="2024-09-26T17:59:33.164" v="14" actId="20577"/>
        <pc:sldMkLst>
          <pc:docMk/>
          <pc:sldMk cId="0" sldId="256"/>
        </pc:sldMkLst>
        <pc:spChg chg="mod">
          <ac:chgData name="Samuel Addington" userId="53b8a48b8a7cf40e" providerId="LiveId" clId="{23644024-13DC-493D-8AA7-9178BFC26664}" dt="2024-09-26T17:59:33.164" v="14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164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73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5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9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559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14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9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5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1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0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482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671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92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21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622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65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66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Thursday, 9/26/2024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41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Java Exception </a:t>
            </a:r>
            <a:r>
              <a:rPr lang="en-US" dirty="0"/>
              <a:t>Control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 Overview of Exception Control in Java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Exception Handling?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Exception handling in Java is a mechanism to handle runtime errors, ensuring normal program flow. It uses try-catch blocks to catch and handle exceptions.</a:t>
            </a:r>
          </a:p>
          <a:p>
            <a:r>
              <a:rPr dirty="0"/>
              <a:t>Common exceptions include:</a:t>
            </a:r>
          </a:p>
          <a:p>
            <a:pPr lvl="1"/>
            <a:r>
              <a:rPr dirty="0"/>
              <a:t>1. </a:t>
            </a:r>
            <a:r>
              <a:rPr dirty="0" err="1"/>
              <a:t>NullPointerException</a:t>
            </a:r>
            <a:endParaRPr dirty="0"/>
          </a:p>
          <a:p>
            <a:pPr lvl="1"/>
            <a:r>
              <a:rPr dirty="0"/>
              <a:t>2. </a:t>
            </a:r>
            <a:r>
              <a:rPr dirty="0" err="1"/>
              <a:t>ArithmeticException</a:t>
            </a:r>
            <a:endParaRPr dirty="0"/>
          </a:p>
          <a:p>
            <a:pPr lvl="1"/>
            <a:r>
              <a:rPr dirty="0"/>
              <a:t>3. </a:t>
            </a:r>
            <a:r>
              <a:rPr dirty="0" err="1"/>
              <a:t>ArrayIndexOutOfBoundsException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1: try-catch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694139" cy="3773453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The try-catch block is used to handle exceptions by placing the code that may throw an exception inside the try block, and handling it in the catch block.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public class Example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try {</a:t>
            </a:r>
          </a:p>
          <a:p>
            <a:pPr marL="0" indent="0">
              <a:buNone/>
            </a:pPr>
            <a:r>
              <a:rPr dirty="0"/>
              <a:t>         int data = 100 / 0;</a:t>
            </a:r>
          </a:p>
          <a:p>
            <a:pPr marL="0" indent="0">
              <a:buNone/>
            </a:pPr>
            <a:r>
              <a:rPr dirty="0"/>
              <a:t>      } catch (</a:t>
            </a:r>
            <a:r>
              <a:rPr dirty="0" err="1"/>
              <a:t>ArithmeticException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dirty="0" err="1"/>
              <a:t>System.out.println</a:t>
            </a:r>
            <a:r>
              <a:rPr dirty="0"/>
              <a:t>('Cannot divide by zero');</a:t>
            </a:r>
          </a:p>
          <a:p>
            <a:pPr marL="0" indent="0">
              <a:buNone/>
            </a:pPr>
            <a:r>
              <a:rPr dirty="0"/>
              <a:t>      }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2: Multiple Catch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720453" cy="3951071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Multiple catch blocks can be used to handle different types of exceptions in the same try block.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public class Example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try {</a:t>
            </a:r>
          </a:p>
          <a:p>
            <a:pPr marL="0" indent="0">
              <a:buNone/>
            </a:pPr>
            <a:r>
              <a:rPr dirty="0"/>
              <a:t>         int array[] = new int[5];</a:t>
            </a:r>
          </a:p>
          <a:p>
            <a:pPr marL="0" indent="0">
              <a:buNone/>
            </a:pPr>
            <a:r>
              <a:rPr dirty="0"/>
              <a:t>         array[10] = 50 / 0;</a:t>
            </a:r>
          </a:p>
          <a:p>
            <a:pPr marL="0" indent="0">
              <a:buNone/>
            </a:pPr>
            <a:r>
              <a:rPr dirty="0"/>
              <a:t>      } catch (</a:t>
            </a:r>
            <a:r>
              <a:rPr dirty="0" err="1"/>
              <a:t>ArithmeticException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dirty="0" err="1"/>
              <a:t>System.out.println</a:t>
            </a:r>
            <a:r>
              <a:rPr dirty="0"/>
              <a:t>('Cannot divide by zero');</a:t>
            </a:r>
          </a:p>
          <a:p>
            <a:pPr marL="0" indent="0">
              <a:buNone/>
            </a:pPr>
            <a:r>
              <a:rPr dirty="0"/>
              <a:t>      } catch (</a:t>
            </a:r>
            <a:r>
              <a:rPr dirty="0" err="1"/>
              <a:t>ArrayIndexOutOfBoundsException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dirty="0" err="1"/>
              <a:t>System.out.println</a:t>
            </a:r>
            <a:r>
              <a:rPr dirty="0"/>
              <a:t>('Array index is out of bounds');</a:t>
            </a:r>
          </a:p>
          <a:p>
            <a:pPr marL="0" indent="0">
              <a:buNone/>
            </a:pPr>
            <a:r>
              <a:rPr dirty="0"/>
              <a:t>      }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3: finally Block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199"/>
            <a:ext cx="7569149" cy="3898443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The finally block is always executed whether an exception is handled or not, making it ideal for cleanup code.</a:t>
            </a:r>
            <a:endParaRPr lang="en-US" dirty="0"/>
          </a:p>
          <a:p>
            <a:endParaRPr dirty="0"/>
          </a:p>
          <a:p>
            <a:pPr marL="0" indent="0">
              <a:buNone/>
            </a:pPr>
            <a:r>
              <a:rPr dirty="0"/>
              <a:t>public class Example {</a:t>
            </a:r>
          </a:p>
          <a:p>
            <a:pPr marL="0" indent="0">
              <a:buNone/>
            </a:pPr>
            <a:r>
              <a:rPr dirty="0"/>
              <a:t>   public static void main(String[] </a:t>
            </a:r>
            <a:r>
              <a:rPr dirty="0" err="1"/>
              <a:t>args</a:t>
            </a:r>
            <a:r>
              <a:rPr dirty="0"/>
              <a:t>) {</a:t>
            </a:r>
          </a:p>
          <a:p>
            <a:pPr marL="0" indent="0">
              <a:buNone/>
            </a:pPr>
            <a:r>
              <a:rPr dirty="0"/>
              <a:t>      try {</a:t>
            </a:r>
          </a:p>
          <a:p>
            <a:pPr marL="0" indent="0">
              <a:buNone/>
            </a:pPr>
            <a:r>
              <a:rPr dirty="0"/>
              <a:t>         int data = 100 / 0;</a:t>
            </a:r>
          </a:p>
          <a:p>
            <a:pPr marL="0" indent="0">
              <a:buNone/>
            </a:pPr>
            <a:r>
              <a:rPr dirty="0"/>
              <a:t>      } catch (</a:t>
            </a:r>
            <a:r>
              <a:rPr dirty="0" err="1"/>
              <a:t>ArithmeticException</a:t>
            </a:r>
            <a:r>
              <a:rPr dirty="0"/>
              <a:t> e) {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dirty="0" err="1"/>
              <a:t>System.out.println</a:t>
            </a:r>
            <a:r>
              <a:rPr dirty="0"/>
              <a:t>('Cannot divide by zero');</a:t>
            </a:r>
          </a:p>
          <a:p>
            <a:pPr marL="0" indent="0">
              <a:buNone/>
            </a:pPr>
            <a:r>
              <a:rPr dirty="0"/>
              <a:t>      } finally {</a:t>
            </a:r>
          </a:p>
          <a:p>
            <a:pPr marL="0" indent="0">
              <a:buNone/>
            </a:pPr>
            <a:r>
              <a:rPr dirty="0"/>
              <a:t>         </a:t>
            </a:r>
            <a:r>
              <a:rPr dirty="0" err="1"/>
              <a:t>System.out.println</a:t>
            </a:r>
            <a:r>
              <a:rPr dirty="0"/>
              <a:t>('Finally block is executed');</a:t>
            </a:r>
          </a:p>
          <a:p>
            <a:pPr marL="0" indent="0">
              <a:buNone/>
            </a:pPr>
            <a:r>
              <a:rPr dirty="0"/>
              <a:t>      }</a:t>
            </a:r>
          </a:p>
          <a:p>
            <a:pPr marL="0" indent="0">
              <a:buNone/>
            </a:pPr>
            <a:r>
              <a:rPr dirty="0"/>
              <a:t>   }</a:t>
            </a:r>
          </a:p>
          <a:p>
            <a:pPr marL="0" indent="0">
              <a:buNone/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Exception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Ensures normal flow of the program: Code can handle runtime errors and avoid abrupt termination.</a:t>
            </a:r>
          </a:p>
          <a:p>
            <a:r>
              <a:t>2. Centralized error handling: Allows the handling of exceptions in a central location.</a:t>
            </a:r>
          </a:p>
          <a:p>
            <a:r>
              <a:t>3. Provides meaningful messages: Displays clear messages to help in debugging.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396</Words>
  <Application>Microsoft Office PowerPoint</Application>
  <PresentationFormat>On-screen Show (4:3)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Java Exception Control</vt:lpstr>
      <vt:lpstr>What is Exception Handling?</vt:lpstr>
      <vt:lpstr>Example 1: try-catch Block</vt:lpstr>
      <vt:lpstr>Example 2: Multiple Catch Blocks</vt:lpstr>
      <vt:lpstr>Example 3: finally Block</vt:lpstr>
      <vt:lpstr>Benefits of Exception Handling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Samuel Addington</dc:creator>
  <cp:keywords/>
  <dc:description>generated using python-pptx</dc:description>
  <cp:lastModifiedBy>Samuel Addington</cp:lastModifiedBy>
  <cp:revision>2</cp:revision>
  <dcterms:created xsi:type="dcterms:W3CDTF">2013-01-27T09:14:16Z</dcterms:created>
  <dcterms:modified xsi:type="dcterms:W3CDTF">2024-09-26T17:59:37Z</dcterms:modified>
  <cp:category/>
</cp:coreProperties>
</file>