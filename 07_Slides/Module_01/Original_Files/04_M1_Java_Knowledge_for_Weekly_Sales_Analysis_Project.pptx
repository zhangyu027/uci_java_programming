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134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Addington" userId="53b8a48b8a7cf40e" providerId="LiveId" clId="{D2C8CC22-E3FB-4E90-B5EB-69EFECB8249F}"/>
    <pc:docChg chg="undo custSel modSld">
      <pc:chgData name="Samuel Addington" userId="53b8a48b8a7cf40e" providerId="LiveId" clId="{D2C8CC22-E3FB-4E90-B5EB-69EFECB8249F}" dt="2024-09-16T06:18:49.807" v="14" actId="27636"/>
      <pc:docMkLst>
        <pc:docMk/>
      </pc:docMkLst>
      <pc:sldChg chg="addSp modSp mod setBg addAnim">
        <pc:chgData name="Samuel Addington" userId="53b8a48b8a7cf40e" providerId="LiveId" clId="{D2C8CC22-E3FB-4E90-B5EB-69EFECB8249F}" dt="2024-09-16T06:11:47.309" v="2"/>
        <pc:sldMkLst>
          <pc:docMk/>
          <pc:sldMk cId="0" sldId="256"/>
        </pc:sldMkLst>
        <pc:spChg chg="mod">
          <ac:chgData name="Samuel Addington" userId="53b8a48b8a7cf40e" providerId="LiveId" clId="{D2C8CC22-E3FB-4E90-B5EB-69EFECB8249F}" dt="2024-09-16T06:11:47.307" v="1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uel Addington" userId="53b8a48b8a7cf40e" providerId="LiveId" clId="{D2C8CC22-E3FB-4E90-B5EB-69EFECB8249F}" dt="2024-09-16T06:11:47.307" v="1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Samuel Addington" userId="53b8a48b8a7cf40e" providerId="LiveId" clId="{D2C8CC22-E3FB-4E90-B5EB-69EFECB8249F}" dt="2024-09-16T06:11:47.307" v="1" actId="26606"/>
          <ac:spMkLst>
            <pc:docMk/>
            <pc:sldMk cId="0" sldId="256"/>
            <ac:spMk id="8" creationId="{6F5A5072-7B47-4D32-B52A-4EBBF590B8A5}"/>
          </ac:spMkLst>
        </pc:spChg>
        <pc:spChg chg="add">
          <ac:chgData name="Samuel Addington" userId="53b8a48b8a7cf40e" providerId="LiveId" clId="{D2C8CC22-E3FB-4E90-B5EB-69EFECB8249F}" dt="2024-09-16T06:11:47.307" v="1" actId="26606"/>
          <ac:spMkLst>
            <pc:docMk/>
            <pc:sldMk cId="0" sldId="256"/>
            <ac:spMk id="10" creationId="{9715DAF0-AE1B-46C9-8A6B-DB2AA05AB91D}"/>
          </ac:spMkLst>
        </pc:spChg>
        <pc:spChg chg="add">
          <ac:chgData name="Samuel Addington" userId="53b8a48b8a7cf40e" providerId="LiveId" clId="{D2C8CC22-E3FB-4E90-B5EB-69EFECB8249F}" dt="2024-09-16T06:11:47.307" v="1" actId="26606"/>
          <ac:spMkLst>
            <pc:docMk/>
            <pc:sldMk cId="0" sldId="256"/>
            <ac:spMk id="12" creationId="{6016219D-510E-4184-9090-6D5578A87BD1}"/>
          </ac:spMkLst>
        </pc:spChg>
        <pc:spChg chg="add">
          <ac:chgData name="Samuel Addington" userId="53b8a48b8a7cf40e" providerId="LiveId" clId="{D2C8CC22-E3FB-4E90-B5EB-69EFECB8249F}" dt="2024-09-16T06:11:47.307" v="1" actId="26606"/>
          <ac:spMkLst>
            <pc:docMk/>
            <pc:sldMk cId="0" sldId="256"/>
            <ac:spMk id="14" creationId="{AFF4A713-7B75-4B21-90D7-5AB19547C728}"/>
          </ac:spMkLst>
        </pc:spChg>
        <pc:spChg chg="add">
          <ac:chgData name="Samuel Addington" userId="53b8a48b8a7cf40e" providerId="LiveId" clId="{D2C8CC22-E3FB-4E90-B5EB-69EFECB8249F}" dt="2024-09-16T06:11:47.307" v="1" actId="26606"/>
          <ac:spMkLst>
            <pc:docMk/>
            <pc:sldMk cId="0" sldId="256"/>
            <ac:spMk id="16" creationId="{DC631C0B-6DA6-4E57-8231-CE32B3434A7E}"/>
          </ac:spMkLst>
        </pc:spChg>
        <pc:spChg chg="add">
          <ac:chgData name="Samuel Addington" userId="53b8a48b8a7cf40e" providerId="LiveId" clId="{D2C8CC22-E3FB-4E90-B5EB-69EFECB8249F}" dt="2024-09-16T06:11:47.307" v="1" actId="26606"/>
          <ac:spMkLst>
            <pc:docMk/>
            <pc:sldMk cId="0" sldId="256"/>
            <ac:spMk id="18" creationId="{C29501E6-A978-4A61-9689-9085AF97A53A}"/>
          </ac:spMkLst>
        </pc:spChg>
      </pc:sldChg>
      <pc:sldChg chg="addSp delSp modSp mod setBg">
        <pc:chgData name="Samuel Addington" userId="53b8a48b8a7cf40e" providerId="LiveId" clId="{D2C8CC22-E3FB-4E90-B5EB-69EFECB8249F}" dt="2024-09-16T06:12:04.703" v="5" actId="26606"/>
        <pc:sldMkLst>
          <pc:docMk/>
          <pc:sldMk cId="0" sldId="257"/>
        </pc:sldMkLst>
        <pc:spChg chg="mod">
          <ac:chgData name="Samuel Addington" userId="53b8a48b8a7cf40e" providerId="LiveId" clId="{D2C8CC22-E3FB-4E90-B5EB-69EFECB8249F}" dt="2024-09-16T06:12:04.703" v="5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amuel Addington" userId="53b8a48b8a7cf40e" providerId="LiveId" clId="{D2C8CC22-E3FB-4E90-B5EB-69EFECB8249F}" dt="2024-09-16T06:12:04.703" v="5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Samuel Addington" userId="53b8a48b8a7cf40e" providerId="LiveId" clId="{D2C8CC22-E3FB-4E90-B5EB-69EFECB8249F}" dt="2024-09-16T06:12:04.690" v="4" actId="26606"/>
          <ac:spMkLst>
            <pc:docMk/>
            <pc:sldMk cId="0" sldId="257"/>
            <ac:spMk id="8" creationId="{1B15ED52-F352-441B-82BF-E0EA34836D08}"/>
          </ac:spMkLst>
        </pc:spChg>
        <pc:spChg chg="add">
          <ac:chgData name="Samuel Addington" userId="53b8a48b8a7cf40e" providerId="LiveId" clId="{D2C8CC22-E3FB-4E90-B5EB-69EFECB8249F}" dt="2024-09-16T06:12:04.703" v="5" actId="26606"/>
          <ac:spMkLst>
            <pc:docMk/>
            <pc:sldMk cId="0" sldId="257"/>
            <ac:spMk id="9" creationId="{BACC6370-2D7E-4714-9D71-7542949D7D5D}"/>
          </ac:spMkLst>
        </pc:spChg>
        <pc:spChg chg="add del">
          <ac:chgData name="Samuel Addington" userId="53b8a48b8a7cf40e" providerId="LiveId" clId="{D2C8CC22-E3FB-4E90-B5EB-69EFECB8249F}" dt="2024-09-16T06:12:04.690" v="4" actId="26606"/>
          <ac:spMkLst>
            <pc:docMk/>
            <pc:sldMk cId="0" sldId="257"/>
            <ac:spMk id="10" creationId="{3B2E3793-BFE6-45A2-9B7B-E18844431C99}"/>
          </ac:spMkLst>
        </pc:spChg>
        <pc:spChg chg="add">
          <ac:chgData name="Samuel Addington" userId="53b8a48b8a7cf40e" providerId="LiveId" clId="{D2C8CC22-E3FB-4E90-B5EB-69EFECB8249F}" dt="2024-09-16T06:12:04.703" v="5" actId="26606"/>
          <ac:spMkLst>
            <pc:docMk/>
            <pc:sldMk cId="0" sldId="257"/>
            <ac:spMk id="11" creationId="{F68B3F68-107C-434F-AA38-110D5EA91B85}"/>
          </ac:spMkLst>
        </pc:spChg>
        <pc:spChg chg="add del">
          <ac:chgData name="Samuel Addington" userId="53b8a48b8a7cf40e" providerId="LiveId" clId="{D2C8CC22-E3FB-4E90-B5EB-69EFECB8249F}" dt="2024-09-16T06:12:04.690" v="4" actId="26606"/>
          <ac:spMkLst>
            <pc:docMk/>
            <pc:sldMk cId="0" sldId="257"/>
            <ac:spMk id="12" creationId="{BC4C4868-CB8F-4AF9-9CDB-8108F2C19B67}"/>
          </ac:spMkLst>
        </pc:spChg>
        <pc:spChg chg="add">
          <ac:chgData name="Samuel Addington" userId="53b8a48b8a7cf40e" providerId="LiveId" clId="{D2C8CC22-E3FB-4E90-B5EB-69EFECB8249F}" dt="2024-09-16T06:12:04.703" v="5" actId="26606"/>
          <ac:spMkLst>
            <pc:docMk/>
            <pc:sldMk cId="0" sldId="257"/>
            <ac:spMk id="13" creationId="{AAD0DBB9-1A4B-4391-81D4-CB19F9AB918A}"/>
          </ac:spMkLst>
        </pc:spChg>
        <pc:spChg chg="add del">
          <ac:chgData name="Samuel Addington" userId="53b8a48b8a7cf40e" providerId="LiveId" clId="{D2C8CC22-E3FB-4E90-B5EB-69EFECB8249F}" dt="2024-09-16T06:12:04.690" v="4" actId="26606"/>
          <ac:spMkLst>
            <pc:docMk/>
            <pc:sldMk cId="0" sldId="257"/>
            <ac:spMk id="14" creationId="{375E0459-6403-40CD-989D-56A4407CA12E}"/>
          </ac:spMkLst>
        </pc:spChg>
        <pc:spChg chg="add">
          <ac:chgData name="Samuel Addington" userId="53b8a48b8a7cf40e" providerId="LiveId" clId="{D2C8CC22-E3FB-4E90-B5EB-69EFECB8249F}" dt="2024-09-16T06:12:04.703" v="5" actId="26606"/>
          <ac:spMkLst>
            <pc:docMk/>
            <pc:sldMk cId="0" sldId="257"/>
            <ac:spMk id="15" creationId="{063BBA22-50EA-4C4D-BE05-F1CE4E63AA56}"/>
          </ac:spMkLst>
        </pc:spChg>
        <pc:spChg chg="add del">
          <ac:chgData name="Samuel Addington" userId="53b8a48b8a7cf40e" providerId="LiveId" clId="{D2C8CC22-E3FB-4E90-B5EB-69EFECB8249F}" dt="2024-09-16T06:12:04.690" v="4" actId="26606"/>
          <ac:spMkLst>
            <pc:docMk/>
            <pc:sldMk cId="0" sldId="257"/>
            <ac:spMk id="16" creationId="{53E5B1A8-3AC9-4BD1-9BBC-78CA94F2D1BA}"/>
          </ac:spMkLst>
        </pc:spChg>
        <pc:graphicFrameChg chg="add">
          <ac:chgData name="Samuel Addington" userId="53b8a48b8a7cf40e" providerId="LiveId" clId="{D2C8CC22-E3FB-4E90-B5EB-69EFECB8249F}" dt="2024-09-16T06:12:04.703" v="5" actId="26606"/>
          <ac:graphicFrameMkLst>
            <pc:docMk/>
            <pc:sldMk cId="0" sldId="257"/>
            <ac:graphicFrameMk id="5" creationId="{B83E624B-19A4-3DDD-CA83-F4ECE8C1212D}"/>
          </ac:graphicFrameMkLst>
        </pc:graphicFrameChg>
      </pc:sldChg>
      <pc:sldChg chg="addSp delSp modSp mod setBg">
        <pc:chgData name="Samuel Addington" userId="53b8a48b8a7cf40e" providerId="LiveId" clId="{D2C8CC22-E3FB-4E90-B5EB-69EFECB8249F}" dt="2024-09-16T06:12:17.655" v="8" actId="26606"/>
        <pc:sldMkLst>
          <pc:docMk/>
          <pc:sldMk cId="0" sldId="258"/>
        </pc:sldMkLst>
        <pc:spChg chg="mod">
          <ac:chgData name="Samuel Addington" userId="53b8a48b8a7cf40e" providerId="LiveId" clId="{D2C8CC22-E3FB-4E90-B5EB-69EFECB8249F}" dt="2024-09-16T06:12:17.655" v="8" actId="26606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Samuel Addington" userId="53b8a48b8a7cf40e" providerId="LiveId" clId="{D2C8CC22-E3FB-4E90-B5EB-69EFECB8249F}" dt="2024-09-16T06:12:17.655" v="8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Samuel Addington" userId="53b8a48b8a7cf40e" providerId="LiveId" clId="{D2C8CC22-E3FB-4E90-B5EB-69EFECB8249F}" dt="2024-09-16T06:12:17.641" v="7" actId="26606"/>
          <ac:spMkLst>
            <pc:docMk/>
            <pc:sldMk cId="0" sldId="258"/>
            <ac:spMk id="9" creationId="{35DB3719-6FDC-4E5D-891D-FF40B7300F64}"/>
          </ac:spMkLst>
        </pc:spChg>
        <pc:spChg chg="add">
          <ac:chgData name="Samuel Addington" userId="53b8a48b8a7cf40e" providerId="LiveId" clId="{D2C8CC22-E3FB-4E90-B5EB-69EFECB8249F}" dt="2024-09-16T06:12:17.655" v="8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Samuel Addington" userId="53b8a48b8a7cf40e" providerId="LiveId" clId="{D2C8CC22-E3FB-4E90-B5EB-69EFECB8249F}" dt="2024-09-16T06:12:17.641" v="7" actId="26606"/>
          <ac:spMkLst>
            <pc:docMk/>
            <pc:sldMk cId="0" sldId="258"/>
            <ac:spMk id="11" creationId="{E0CBAC23-2E3F-4A90-BA59-F8299F6A5439}"/>
          </ac:spMkLst>
        </pc:spChg>
        <pc:graphicFrameChg chg="add del">
          <ac:chgData name="Samuel Addington" userId="53b8a48b8a7cf40e" providerId="LiveId" clId="{D2C8CC22-E3FB-4E90-B5EB-69EFECB8249F}" dt="2024-09-16T06:12:17.641" v="7" actId="26606"/>
          <ac:graphicFrameMkLst>
            <pc:docMk/>
            <pc:sldMk cId="0" sldId="258"/>
            <ac:graphicFrameMk id="5" creationId="{F16DCCDF-F6D2-F404-BC82-A65B97E1CBFA}"/>
          </ac:graphicFrameMkLst>
        </pc:graphicFrameChg>
        <pc:graphicFrameChg chg="add">
          <ac:chgData name="Samuel Addington" userId="53b8a48b8a7cf40e" providerId="LiveId" clId="{D2C8CC22-E3FB-4E90-B5EB-69EFECB8249F}" dt="2024-09-16T06:12:17.655" v="8" actId="26606"/>
          <ac:graphicFrameMkLst>
            <pc:docMk/>
            <pc:sldMk cId="0" sldId="258"/>
            <ac:graphicFrameMk id="13" creationId="{B31DDAF1-B56A-8D2D-B58C-0E42802B2CED}"/>
          </ac:graphicFrameMkLst>
        </pc:graphicFrameChg>
        <pc:picChg chg="add">
          <ac:chgData name="Samuel Addington" userId="53b8a48b8a7cf40e" providerId="LiveId" clId="{D2C8CC22-E3FB-4E90-B5EB-69EFECB8249F}" dt="2024-09-16T06:12:17.655" v="8" actId="26606"/>
          <ac:picMkLst>
            <pc:docMk/>
            <pc:sldMk cId="0" sldId="258"/>
            <ac:picMk id="6" creationId="{28772D74-F209-8A62-5A4F-0A67E8489D89}"/>
          </ac:picMkLst>
        </pc:picChg>
      </pc:sldChg>
      <pc:sldChg chg="modSp mod">
        <pc:chgData name="Samuel Addington" userId="53b8a48b8a7cf40e" providerId="LiveId" clId="{D2C8CC22-E3FB-4E90-B5EB-69EFECB8249F}" dt="2024-09-16T06:18:49.807" v="14" actId="27636"/>
        <pc:sldMkLst>
          <pc:docMk/>
          <pc:sldMk cId="0" sldId="260"/>
        </pc:sldMkLst>
        <pc:spChg chg="mod">
          <ac:chgData name="Samuel Addington" userId="53b8a48b8a7cf40e" providerId="LiveId" clId="{D2C8CC22-E3FB-4E90-B5EB-69EFECB8249F}" dt="2024-09-16T06:18:49.807" v="14" actId="27636"/>
          <ac:spMkLst>
            <pc:docMk/>
            <pc:sldMk cId="0" sldId="260"/>
            <ac:spMk id="3" creationId="{00000000-0000-0000-0000-000000000000}"/>
          </ac:spMkLst>
        </pc:spChg>
      </pc:sldChg>
      <pc:sldChg chg="addSp modSp mod setBg">
        <pc:chgData name="Samuel Addington" userId="53b8a48b8a7cf40e" providerId="LiveId" clId="{D2C8CC22-E3FB-4E90-B5EB-69EFECB8249F}" dt="2024-09-16T06:12:52.912" v="9" actId="26606"/>
        <pc:sldMkLst>
          <pc:docMk/>
          <pc:sldMk cId="0" sldId="265"/>
        </pc:sldMkLst>
        <pc:spChg chg="mod">
          <ac:chgData name="Samuel Addington" userId="53b8a48b8a7cf40e" providerId="LiveId" clId="{D2C8CC22-E3FB-4E90-B5EB-69EFECB8249F}" dt="2024-09-16T06:12:52.912" v="9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muel Addington" userId="53b8a48b8a7cf40e" providerId="LiveId" clId="{D2C8CC22-E3FB-4E90-B5EB-69EFECB8249F}" dt="2024-09-16T06:12:52.912" v="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Samuel Addington" userId="53b8a48b8a7cf40e" providerId="LiveId" clId="{D2C8CC22-E3FB-4E90-B5EB-69EFECB8249F}" dt="2024-09-16T06:12:52.912" v="9" actId="26606"/>
          <ac:spMkLst>
            <pc:docMk/>
            <pc:sldMk cId="0" sldId="265"/>
            <ac:spMk id="9" creationId="{B50AB553-2A96-4A92-96F2-93548E096954}"/>
          </ac:spMkLst>
        </pc:spChg>
        <pc:picChg chg="add">
          <ac:chgData name="Samuel Addington" userId="53b8a48b8a7cf40e" providerId="LiveId" clId="{D2C8CC22-E3FB-4E90-B5EB-69EFECB8249F}" dt="2024-09-16T06:12:52.912" v="9" actId="26606"/>
          <ac:picMkLst>
            <pc:docMk/>
            <pc:sldMk cId="0" sldId="265"/>
            <ac:picMk id="5" creationId="{D6A06796-F5EF-E792-F39B-D50FFD3CB2D9}"/>
          </ac:picMkLst>
        </pc:picChg>
      </pc:sldChg>
      <pc:sldChg chg="addSp delSp modSp mod setBg">
        <pc:chgData name="Samuel Addington" userId="53b8a48b8a7cf40e" providerId="LiveId" clId="{D2C8CC22-E3FB-4E90-B5EB-69EFECB8249F}" dt="2024-09-16T06:13:03.647" v="10" actId="26606"/>
        <pc:sldMkLst>
          <pc:docMk/>
          <pc:sldMk cId="0" sldId="266"/>
        </pc:sldMkLst>
        <pc:spChg chg="mod">
          <ac:chgData name="Samuel Addington" userId="53b8a48b8a7cf40e" providerId="LiveId" clId="{D2C8CC22-E3FB-4E90-B5EB-69EFECB8249F}" dt="2024-09-16T06:13:03.647" v="10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Samuel Addington" userId="53b8a48b8a7cf40e" providerId="LiveId" clId="{D2C8CC22-E3FB-4E90-B5EB-69EFECB8249F}" dt="2024-09-16T06:13:03.647" v="10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Samuel Addington" userId="53b8a48b8a7cf40e" providerId="LiveId" clId="{D2C8CC22-E3FB-4E90-B5EB-69EFECB8249F}" dt="2024-09-16T06:13:03.647" v="10" actId="26606"/>
          <ac:spMkLst>
            <pc:docMk/>
            <pc:sldMk cId="0" sldId="266"/>
            <ac:spMk id="9" creationId="{BACC6370-2D7E-4714-9D71-7542949D7D5D}"/>
          </ac:spMkLst>
        </pc:spChg>
        <pc:spChg chg="add">
          <ac:chgData name="Samuel Addington" userId="53b8a48b8a7cf40e" providerId="LiveId" clId="{D2C8CC22-E3FB-4E90-B5EB-69EFECB8249F}" dt="2024-09-16T06:13:03.647" v="10" actId="26606"/>
          <ac:spMkLst>
            <pc:docMk/>
            <pc:sldMk cId="0" sldId="266"/>
            <ac:spMk id="11" creationId="{256B2C21-A230-48C0-8DF1-C46611373C44}"/>
          </ac:spMkLst>
        </pc:spChg>
        <pc:spChg chg="add">
          <ac:chgData name="Samuel Addington" userId="53b8a48b8a7cf40e" providerId="LiveId" clId="{D2C8CC22-E3FB-4E90-B5EB-69EFECB8249F}" dt="2024-09-16T06:13:03.647" v="10" actId="26606"/>
          <ac:spMkLst>
            <pc:docMk/>
            <pc:sldMk cId="0" sldId="266"/>
            <ac:spMk id="13" creationId="{3847E18C-932D-4C95-AABA-FEC7C9499AD7}"/>
          </ac:spMkLst>
        </pc:spChg>
        <pc:spChg chg="add">
          <ac:chgData name="Samuel Addington" userId="53b8a48b8a7cf40e" providerId="LiveId" clId="{D2C8CC22-E3FB-4E90-B5EB-69EFECB8249F}" dt="2024-09-16T06:13:03.647" v="10" actId="26606"/>
          <ac:spMkLst>
            <pc:docMk/>
            <pc:sldMk cId="0" sldId="266"/>
            <ac:spMk id="15" creationId="{3150CB11-0C61-439E-910F-5787759E72A0}"/>
          </ac:spMkLst>
        </pc:spChg>
        <pc:spChg chg="add">
          <ac:chgData name="Samuel Addington" userId="53b8a48b8a7cf40e" providerId="LiveId" clId="{D2C8CC22-E3FB-4E90-B5EB-69EFECB8249F}" dt="2024-09-16T06:13:03.647" v="10" actId="26606"/>
          <ac:spMkLst>
            <pc:docMk/>
            <pc:sldMk cId="0" sldId="266"/>
            <ac:spMk id="17" creationId="{43F8A58B-5155-44CE-A5FF-7647B47D0A7A}"/>
          </ac:spMkLst>
        </pc:spChg>
        <pc:spChg chg="add">
          <ac:chgData name="Samuel Addington" userId="53b8a48b8a7cf40e" providerId="LiveId" clId="{D2C8CC22-E3FB-4E90-B5EB-69EFECB8249F}" dt="2024-09-16T06:13:03.647" v="10" actId="26606"/>
          <ac:spMkLst>
            <pc:docMk/>
            <pc:sldMk cId="0" sldId="266"/>
            <ac:spMk id="19" creationId="{443F2ACA-E6D6-4028-82DD-F03C262D5DE6}"/>
          </ac:spMkLst>
        </pc:spChg>
        <pc:graphicFrameChg chg="add">
          <ac:chgData name="Samuel Addington" userId="53b8a48b8a7cf40e" providerId="LiveId" clId="{D2C8CC22-E3FB-4E90-B5EB-69EFECB8249F}" dt="2024-09-16T06:13:03.647" v="10" actId="26606"/>
          <ac:graphicFrameMkLst>
            <pc:docMk/>
            <pc:sldMk cId="0" sldId="266"/>
            <ac:graphicFrameMk id="5" creationId="{12865306-B11D-57A8-463B-696E56D478A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34792D-6D90-4B69-8A33-7BCC46AE44B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FA56B3-EBBB-41FA-877A-E3320DA5C1DF}">
      <dgm:prSet/>
      <dgm:spPr/>
      <dgm:t>
        <a:bodyPr/>
        <a:lstStyle/>
        <a:p>
          <a:r>
            <a:rPr lang="en-US"/>
            <a:t>Overview of Java and why it's used for data analysis tasks.</a:t>
          </a:r>
        </a:p>
      </dgm:t>
    </dgm:pt>
    <dgm:pt modelId="{4631E8D7-D047-43BC-A357-B397328E01AA}" type="parTrans" cxnId="{7012F0EE-1935-4F2A-B457-C607F32EB308}">
      <dgm:prSet/>
      <dgm:spPr/>
      <dgm:t>
        <a:bodyPr/>
        <a:lstStyle/>
        <a:p>
          <a:endParaRPr lang="en-US"/>
        </a:p>
      </dgm:t>
    </dgm:pt>
    <dgm:pt modelId="{FDAEB897-C995-4BFB-A516-7AE868F5BA7F}" type="sibTrans" cxnId="{7012F0EE-1935-4F2A-B457-C607F32EB308}">
      <dgm:prSet/>
      <dgm:spPr/>
      <dgm:t>
        <a:bodyPr/>
        <a:lstStyle/>
        <a:p>
          <a:endParaRPr lang="en-US"/>
        </a:p>
      </dgm:t>
    </dgm:pt>
    <dgm:pt modelId="{5752469F-0CA3-4FE6-A072-5A7FACF1D6CC}">
      <dgm:prSet/>
      <dgm:spPr/>
      <dgm:t>
        <a:bodyPr/>
        <a:lstStyle/>
        <a:p>
          <a:r>
            <a:rPr lang="en-US"/>
            <a:t>Brief explanation of Java’s role in handling file I/O and data processing.</a:t>
          </a:r>
        </a:p>
      </dgm:t>
    </dgm:pt>
    <dgm:pt modelId="{B859CCB8-A482-4063-AB5C-DC5F4C460449}" type="parTrans" cxnId="{5EA67579-3FCE-4C98-8CA5-D2119DBA9885}">
      <dgm:prSet/>
      <dgm:spPr/>
      <dgm:t>
        <a:bodyPr/>
        <a:lstStyle/>
        <a:p>
          <a:endParaRPr lang="en-US"/>
        </a:p>
      </dgm:t>
    </dgm:pt>
    <dgm:pt modelId="{8F7BBE6C-8C7A-4F10-8E92-5F069CAB2CA1}" type="sibTrans" cxnId="{5EA67579-3FCE-4C98-8CA5-D2119DBA9885}">
      <dgm:prSet/>
      <dgm:spPr/>
      <dgm:t>
        <a:bodyPr/>
        <a:lstStyle/>
        <a:p>
          <a:endParaRPr lang="en-US"/>
        </a:p>
      </dgm:t>
    </dgm:pt>
    <dgm:pt modelId="{852068DC-DA7C-4B4A-98F9-F3DAD67A08D0}" type="pres">
      <dgm:prSet presAssocID="{7734792D-6D90-4B69-8A33-7BCC46AE44B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7BECB11-F8F4-44C4-BA92-A1F0E89E1209}" type="pres">
      <dgm:prSet presAssocID="{55FA56B3-EBBB-41FA-877A-E3320DA5C1DF}" presName="hierRoot1" presStyleCnt="0"/>
      <dgm:spPr/>
    </dgm:pt>
    <dgm:pt modelId="{3F7BBAF0-A51D-4924-B652-B81AD60FFAE0}" type="pres">
      <dgm:prSet presAssocID="{55FA56B3-EBBB-41FA-877A-E3320DA5C1DF}" presName="composite" presStyleCnt="0"/>
      <dgm:spPr/>
    </dgm:pt>
    <dgm:pt modelId="{DEFB9A1A-8BCB-481F-87BF-AAC078D248F0}" type="pres">
      <dgm:prSet presAssocID="{55FA56B3-EBBB-41FA-877A-E3320DA5C1DF}" presName="background" presStyleLbl="node0" presStyleIdx="0" presStyleCnt="2"/>
      <dgm:spPr/>
    </dgm:pt>
    <dgm:pt modelId="{BA4EB3F8-DF82-4DC7-9D53-2142F46CFD44}" type="pres">
      <dgm:prSet presAssocID="{55FA56B3-EBBB-41FA-877A-E3320DA5C1DF}" presName="text" presStyleLbl="fgAcc0" presStyleIdx="0" presStyleCnt="2">
        <dgm:presLayoutVars>
          <dgm:chPref val="3"/>
        </dgm:presLayoutVars>
      </dgm:prSet>
      <dgm:spPr/>
    </dgm:pt>
    <dgm:pt modelId="{F6C457AE-A019-41B7-84C1-1C4DBA30D835}" type="pres">
      <dgm:prSet presAssocID="{55FA56B3-EBBB-41FA-877A-E3320DA5C1DF}" presName="hierChild2" presStyleCnt="0"/>
      <dgm:spPr/>
    </dgm:pt>
    <dgm:pt modelId="{C46BEBD5-9DEA-4B92-8939-2F4F346EA042}" type="pres">
      <dgm:prSet presAssocID="{5752469F-0CA3-4FE6-A072-5A7FACF1D6CC}" presName="hierRoot1" presStyleCnt="0"/>
      <dgm:spPr/>
    </dgm:pt>
    <dgm:pt modelId="{1A214380-E2BC-4709-9CB4-51DA1F8B9EF5}" type="pres">
      <dgm:prSet presAssocID="{5752469F-0CA3-4FE6-A072-5A7FACF1D6CC}" presName="composite" presStyleCnt="0"/>
      <dgm:spPr/>
    </dgm:pt>
    <dgm:pt modelId="{80AF2915-41A6-4AD5-802E-8AC9988FA49B}" type="pres">
      <dgm:prSet presAssocID="{5752469F-0CA3-4FE6-A072-5A7FACF1D6CC}" presName="background" presStyleLbl="node0" presStyleIdx="1" presStyleCnt="2"/>
      <dgm:spPr/>
    </dgm:pt>
    <dgm:pt modelId="{56643E43-EEDA-41BD-8A9D-2ABCEF6DE17E}" type="pres">
      <dgm:prSet presAssocID="{5752469F-0CA3-4FE6-A072-5A7FACF1D6CC}" presName="text" presStyleLbl="fgAcc0" presStyleIdx="1" presStyleCnt="2">
        <dgm:presLayoutVars>
          <dgm:chPref val="3"/>
        </dgm:presLayoutVars>
      </dgm:prSet>
      <dgm:spPr/>
    </dgm:pt>
    <dgm:pt modelId="{7A68105F-AE90-4D9B-A707-3D2F61AB823C}" type="pres">
      <dgm:prSet presAssocID="{5752469F-0CA3-4FE6-A072-5A7FACF1D6CC}" presName="hierChild2" presStyleCnt="0"/>
      <dgm:spPr/>
    </dgm:pt>
  </dgm:ptLst>
  <dgm:cxnLst>
    <dgm:cxn modelId="{699E913E-8250-4303-9A5F-4AD015F02C3B}" type="presOf" srcId="{55FA56B3-EBBB-41FA-877A-E3320DA5C1DF}" destId="{BA4EB3F8-DF82-4DC7-9D53-2142F46CFD44}" srcOrd="0" destOrd="0" presId="urn:microsoft.com/office/officeart/2005/8/layout/hierarchy1"/>
    <dgm:cxn modelId="{5EA67579-3FCE-4C98-8CA5-D2119DBA9885}" srcId="{7734792D-6D90-4B69-8A33-7BCC46AE44BE}" destId="{5752469F-0CA3-4FE6-A072-5A7FACF1D6CC}" srcOrd="1" destOrd="0" parTransId="{B859CCB8-A482-4063-AB5C-DC5F4C460449}" sibTransId="{8F7BBE6C-8C7A-4F10-8E92-5F069CAB2CA1}"/>
    <dgm:cxn modelId="{D0ACFB92-19BD-495E-96B2-7C842D412172}" type="presOf" srcId="{7734792D-6D90-4B69-8A33-7BCC46AE44BE}" destId="{852068DC-DA7C-4B4A-98F9-F3DAD67A08D0}" srcOrd="0" destOrd="0" presId="urn:microsoft.com/office/officeart/2005/8/layout/hierarchy1"/>
    <dgm:cxn modelId="{F9595ED6-33CE-4CF0-A630-124B04533C3F}" type="presOf" srcId="{5752469F-0CA3-4FE6-A072-5A7FACF1D6CC}" destId="{56643E43-EEDA-41BD-8A9D-2ABCEF6DE17E}" srcOrd="0" destOrd="0" presId="urn:microsoft.com/office/officeart/2005/8/layout/hierarchy1"/>
    <dgm:cxn modelId="{7012F0EE-1935-4F2A-B457-C607F32EB308}" srcId="{7734792D-6D90-4B69-8A33-7BCC46AE44BE}" destId="{55FA56B3-EBBB-41FA-877A-E3320DA5C1DF}" srcOrd="0" destOrd="0" parTransId="{4631E8D7-D047-43BC-A357-B397328E01AA}" sibTransId="{FDAEB897-C995-4BFB-A516-7AE868F5BA7F}"/>
    <dgm:cxn modelId="{6CA420E4-4D93-4870-9834-A79E185712F3}" type="presParOf" srcId="{852068DC-DA7C-4B4A-98F9-F3DAD67A08D0}" destId="{97BECB11-F8F4-44C4-BA92-A1F0E89E1209}" srcOrd="0" destOrd="0" presId="urn:microsoft.com/office/officeart/2005/8/layout/hierarchy1"/>
    <dgm:cxn modelId="{6740136F-E2ED-40B7-9F50-06F24933212F}" type="presParOf" srcId="{97BECB11-F8F4-44C4-BA92-A1F0E89E1209}" destId="{3F7BBAF0-A51D-4924-B652-B81AD60FFAE0}" srcOrd="0" destOrd="0" presId="urn:microsoft.com/office/officeart/2005/8/layout/hierarchy1"/>
    <dgm:cxn modelId="{D07ED2AD-CC19-42EC-85C4-4AAEAA058FB5}" type="presParOf" srcId="{3F7BBAF0-A51D-4924-B652-B81AD60FFAE0}" destId="{DEFB9A1A-8BCB-481F-87BF-AAC078D248F0}" srcOrd="0" destOrd="0" presId="urn:microsoft.com/office/officeart/2005/8/layout/hierarchy1"/>
    <dgm:cxn modelId="{C496D2FC-6BE3-4787-AD47-160BF85869AB}" type="presParOf" srcId="{3F7BBAF0-A51D-4924-B652-B81AD60FFAE0}" destId="{BA4EB3F8-DF82-4DC7-9D53-2142F46CFD44}" srcOrd="1" destOrd="0" presId="urn:microsoft.com/office/officeart/2005/8/layout/hierarchy1"/>
    <dgm:cxn modelId="{4EDFB6AA-85F5-47DF-824A-5F7A80730748}" type="presParOf" srcId="{97BECB11-F8F4-44C4-BA92-A1F0E89E1209}" destId="{F6C457AE-A019-41B7-84C1-1C4DBA30D835}" srcOrd="1" destOrd="0" presId="urn:microsoft.com/office/officeart/2005/8/layout/hierarchy1"/>
    <dgm:cxn modelId="{C71DD802-E358-45AA-8A6C-A1BBEBAA8888}" type="presParOf" srcId="{852068DC-DA7C-4B4A-98F9-F3DAD67A08D0}" destId="{C46BEBD5-9DEA-4B92-8939-2F4F346EA042}" srcOrd="1" destOrd="0" presId="urn:microsoft.com/office/officeart/2005/8/layout/hierarchy1"/>
    <dgm:cxn modelId="{A84986C3-AE11-4E6C-B188-20054ABFF365}" type="presParOf" srcId="{C46BEBD5-9DEA-4B92-8939-2F4F346EA042}" destId="{1A214380-E2BC-4709-9CB4-51DA1F8B9EF5}" srcOrd="0" destOrd="0" presId="urn:microsoft.com/office/officeart/2005/8/layout/hierarchy1"/>
    <dgm:cxn modelId="{2E7CC469-FBE8-4DC9-A26A-B749633CCCBB}" type="presParOf" srcId="{1A214380-E2BC-4709-9CB4-51DA1F8B9EF5}" destId="{80AF2915-41A6-4AD5-802E-8AC9988FA49B}" srcOrd="0" destOrd="0" presId="urn:microsoft.com/office/officeart/2005/8/layout/hierarchy1"/>
    <dgm:cxn modelId="{82014DBD-45DD-4E11-9D19-EED8FC0BBD99}" type="presParOf" srcId="{1A214380-E2BC-4709-9CB4-51DA1F8B9EF5}" destId="{56643E43-EEDA-41BD-8A9D-2ABCEF6DE17E}" srcOrd="1" destOrd="0" presId="urn:microsoft.com/office/officeart/2005/8/layout/hierarchy1"/>
    <dgm:cxn modelId="{31DF9B5F-EF78-42C4-A20E-C9D9799419B6}" type="presParOf" srcId="{C46BEBD5-9DEA-4B92-8939-2F4F346EA042}" destId="{7A68105F-AE90-4D9B-A707-3D2F61AB82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C7F5BB-088F-4BF4-BB1D-783126CE7CED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C6C2B9-CD29-4D1C-A062-3447F1E13803}">
      <dgm:prSet/>
      <dgm:spPr/>
      <dgm:t>
        <a:bodyPr/>
        <a:lstStyle/>
        <a:p>
          <a:r>
            <a:rPr lang="en-US"/>
            <a:t>Installing JDK and setting up an IDE.</a:t>
          </a:r>
        </a:p>
      </dgm:t>
    </dgm:pt>
    <dgm:pt modelId="{4563D32E-907D-4572-8714-A3BA9E4B1D93}" type="parTrans" cxnId="{A1715F22-FDA5-4DE3-A6A1-16040380343E}">
      <dgm:prSet/>
      <dgm:spPr/>
      <dgm:t>
        <a:bodyPr/>
        <a:lstStyle/>
        <a:p>
          <a:endParaRPr lang="en-US"/>
        </a:p>
      </dgm:t>
    </dgm:pt>
    <dgm:pt modelId="{DD94766A-1DCB-44E2-82DC-3CD84AC4070A}" type="sibTrans" cxnId="{A1715F22-FDA5-4DE3-A6A1-16040380343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F70DD20-64E8-497D-A1DA-341F81918DCC}">
      <dgm:prSet/>
      <dgm:spPr/>
      <dgm:t>
        <a:bodyPr/>
        <a:lstStyle/>
        <a:p>
          <a:r>
            <a:rPr lang="en-US"/>
            <a:t>Compiling and running Java programs from the IDE or command line.</a:t>
          </a:r>
        </a:p>
      </dgm:t>
    </dgm:pt>
    <dgm:pt modelId="{53515BD8-3395-44AC-9A8E-F03F5A6E3958}" type="parTrans" cxnId="{E3CBDA7C-B449-4385-B8B4-C8134AE43443}">
      <dgm:prSet/>
      <dgm:spPr/>
      <dgm:t>
        <a:bodyPr/>
        <a:lstStyle/>
        <a:p>
          <a:endParaRPr lang="en-US"/>
        </a:p>
      </dgm:t>
    </dgm:pt>
    <dgm:pt modelId="{940D636A-7DD2-417C-BDDF-8501D736060B}" type="sibTrans" cxnId="{E3CBDA7C-B449-4385-B8B4-C8134AE4344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BEB93A4-A85E-4B77-B287-7BB297A24607}" type="pres">
      <dgm:prSet presAssocID="{9BC7F5BB-088F-4BF4-BB1D-783126CE7CED}" presName="Name0" presStyleCnt="0">
        <dgm:presLayoutVars>
          <dgm:animLvl val="lvl"/>
          <dgm:resizeHandles val="exact"/>
        </dgm:presLayoutVars>
      </dgm:prSet>
      <dgm:spPr/>
    </dgm:pt>
    <dgm:pt modelId="{3380E4F6-8840-4FB4-8A64-83D80308C237}" type="pres">
      <dgm:prSet presAssocID="{2AC6C2B9-CD29-4D1C-A062-3447F1E13803}" presName="compositeNode" presStyleCnt="0">
        <dgm:presLayoutVars>
          <dgm:bulletEnabled val="1"/>
        </dgm:presLayoutVars>
      </dgm:prSet>
      <dgm:spPr/>
    </dgm:pt>
    <dgm:pt modelId="{B6AC0104-D0A6-462C-8A88-2006B1379255}" type="pres">
      <dgm:prSet presAssocID="{2AC6C2B9-CD29-4D1C-A062-3447F1E13803}" presName="bgRect" presStyleLbl="bgAccFollowNode1" presStyleIdx="0" presStyleCnt="2"/>
      <dgm:spPr/>
    </dgm:pt>
    <dgm:pt modelId="{F4D5E068-0F98-4AEE-8A24-627AC85B80E7}" type="pres">
      <dgm:prSet presAssocID="{DD94766A-1DCB-44E2-82DC-3CD84AC4070A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C88668FF-8211-4603-BB6D-BE2A6AA6AF4D}" type="pres">
      <dgm:prSet presAssocID="{2AC6C2B9-CD29-4D1C-A062-3447F1E13803}" presName="bottomLine" presStyleLbl="alignNode1" presStyleIdx="1" presStyleCnt="4">
        <dgm:presLayoutVars/>
      </dgm:prSet>
      <dgm:spPr/>
    </dgm:pt>
    <dgm:pt modelId="{B74E60EB-86A1-4D46-94CA-5B7E433EE30D}" type="pres">
      <dgm:prSet presAssocID="{2AC6C2B9-CD29-4D1C-A062-3447F1E13803}" presName="nodeText" presStyleLbl="bgAccFollowNode1" presStyleIdx="0" presStyleCnt="2">
        <dgm:presLayoutVars>
          <dgm:bulletEnabled val="1"/>
        </dgm:presLayoutVars>
      </dgm:prSet>
      <dgm:spPr/>
    </dgm:pt>
    <dgm:pt modelId="{D2BC5FCB-F3D5-45CA-B605-EA8D1BDDC334}" type="pres">
      <dgm:prSet presAssocID="{DD94766A-1DCB-44E2-82DC-3CD84AC4070A}" presName="sibTrans" presStyleCnt="0"/>
      <dgm:spPr/>
    </dgm:pt>
    <dgm:pt modelId="{04D69F54-881C-4635-AB9A-9F1E7937E626}" type="pres">
      <dgm:prSet presAssocID="{EF70DD20-64E8-497D-A1DA-341F81918DCC}" presName="compositeNode" presStyleCnt="0">
        <dgm:presLayoutVars>
          <dgm:bulletEnabled val="1"/>
        </dgm:presLayoutVars>
      </dgm:prSet>
      <dgm:spPr/>
    </dgm:pt>
    <dgm:pt modelId="{2822F245-3B71-45EC-9FE9-AA14595B3AE5}" type="pres">
      <dgm:prSet presAssocID="{EF70DD20-64E8-497D-A1DA-341F81918DCC}" presName="bgRect" presStyleLbl="bgAccFollowNode1" presStyleIdx="1" presStyleCnt="2"/>
      <dgm:spPr/>
    </dgm:pt>
    <dgm:pt modelId="{C9A0699D-7CB9-4C4C-83DC-A7C34C13FBC0}" type="pres">
      <dgm:prSet presAssocID="{940D636A-7DD2-417C-BDDF-8501D736060B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E2458738-396C-41B4-AB43-45E4DD8DD800}" type="pres">
      <dgm:prSet presAssocID="{EF70DD20-64E8-497D-A1DA-341F81918DCC}" presName="bottomLine" presStyleLbl="alignNode1" presStyleIdx="3" presStyleCnt="4">
        <dgm:presLayoutVars/>
      </dgm:prSet>
      <dgm:spPr/>
    </dgm:pt>
    <dgm:pt modelId="{0D95CC10-AA6D-4004-B8C1-B6DAB3187ED6}" type="pres">
      <dgm:prSet presAssocID="{EF70DD20-64E8-497D-A1DA-341F81918DCC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346C2D01-62A8-40B3-B264-5E0DAFA5DBAD}" type="presOf" srcId="{2AC6C2B9-CD29-4D1C-A062-3447F1E13803}" destId="{B74E60EB-86A1-4D46-94CA-5B7E433EE30D}" srcOrd="1" destOrd="0" presId="urn:microsoft.com/office/officeart/2016/7/layout/BasicLinearProcessNumbered"/>
    <dgm:cxn modelId="{A1715F22-FDA5-4DE3-A6A1-16040380343E}" srcId="{9BC7F5BB-088F-4BF4-BB1D-783126CE7CED}" destId="{2AC6C2B9-CD29-4D1C-A062-3447F1E13803}" srcOrd="0" destOrd="0" parTransId="{4563D32E-907D-4572-8714-A3BA9E4B1D93}" sibTransId="{DD94766A-1DCB-44E2-82DC-3CD84AC4070A}"/>
    <dgm:cxn modelId="{0584F473-D0CE-4AEA-AF49-8AA572F7E430}" type="presOf" srcId="{EF70DD20-64E8-497D-A1DA-341F81918DCC}" destId="{0D95CC10-AA6D-4004-B8C1-B6DAB3187ED6}" srcOrd="1" destOrd="0" presId="urn:microsoft.com/office/officeart/2016/7/layout/BasicLinearProcessNumbered"/>
    <dgm:cxn modelId="{E3CBDA7C-B449-4385-B8B4-C8134AE43443}" srcId="{9BC7F5BB-088F-4BF4-BB1D-783126CE7CED}" destId="{EF70DD20-64E8-497D-A1DA-341F81918DCC}" srcOrd="1" destOrd="0" parTransId="{53515BD8-3395-44AC-9A8E-F03F5A6E3958}" sibTransId="{940D636A-7DD2-417C-BDDF-8501D736060B}"/>
    <dgm:cxn modelId="{6BFACAB8-5923-41FB-9CE1-F8284FC39192}" type="presOf" srcId="{940D636A-7DD2-417C-BDDF-8501D736060B}" destId="{C9A0699D-7CB9-4C4C-83DC-A7C34C13FBC0}" srcOrd="0" destOrd="0" presId="urn:microsoft.com/office/officeart/2016/7/layout/BasicLinearProcessNumbered"/>
    <dgm:cxn modelId="{27BF0BCA-D124-4016-9B12-B15EE2009427}" type="presOf" srcId="{2AC6C2B9-CD29-4D1C-A062-3447F1E13803}" destId="{B6AC0104-D0A6-462C-8A88-2006B1379255}" srcOrd="0" destOrd="0" presId="urn:microsoft.com/office/officeart/2016/7/layout/BasicLinearProcessNumbered"/>
    <dgm:cxn modelId="{CC5188CD-76EC-4910-835C-5A4BEE460886}" type="presOf" srcId="{DD94766A-1DCB-44E2-82DC-3CD84AC4070A}" destId="{F4D5E068-0F98-4AEE-8A24-627AC85B80E7}" srcOrd="0" destOrd="0" presId="urn:microsoft.com/office/officeart/2016/7/layout/BasicLinearProcessNumbered"/>
    <dgm:cxn modelId="{C2B3DAE2-93B7-425E-ADCD-C706F25B5197}" type="presOf" srcId="{EF70DD20-64E8-497D-A1DA-341F81918DCC}" destId="{2822F245-3B71-45EC-9FE9-AA14595B3AE5}" srcOrd="0" destOrd="0" presId="urn:microsoft.com/office/officeart/2016/7/layout/BasicLinearProcessNumbered"/>
    <dgm:cxn modelId="{0058CEFE-1A2B-472A-B41D-97FF80D22E28}" type="presOf" srcId="{9BC7F5BB-088F-4BF4-BB1D-783126CE7CED}" destId="{3BEB93A4-A85E-4B77-B287-7BB297A24607}" srcOrd="0" destOrd="0" presId="urn:microsoft.com/office/officeart/2016/7/layout/BasicLinearProcessNumbered"/>
    <dgm:cxn modelId="{3CAE6E29-E82C-4F39-9985-C9543B00E685}" type="presParOf" srcId="{3BEB93A4-A85E-4B77-B287-7BB297A24607}" destId="{3380E4F6-8840-4FB4-8A64-83D80308C237}" srcOrd="0" destOrd="0" presId="urn:microsoft.com/office/officeart/2016/7/layout/BasicLinearProcessNumbered"/>
    <dgm:cxn modelId="{79D4B742-A675-4719-966C-C8FB8CD16E00}" type="presParOf" srcId="{3380E4F6-8840-4FB4-8A64-83D80308C237}" destId="{B6AC0104-D0A6-462C-8A88-2006B1379255}" srcOrd="0" destOrd="0" presId="urn:microsoft.com/office/officeart/2016/7/layout/BasicLinearProcessNumbered"/>
    <dgm:cxn modelId="{82BAD1B8-0D42-4300-B520-D965D4B7B98A}" type="presParOf" srcId="{3380E4F6-8840-4FB4-8A64-83D80308C237}" destId="{F4D5E068-0F98-4AEE-8A24-627AC85B80E7}" srcOrd="1" destOrd="0" presId="urn:microsoft.com/office/officeart/2016/7/layout/BasicLinearProcessNumbered"/>
    <dgm:cxn modelId="{04F4E7AD-97E9-44B2-913A-8E7837A1DCE4}" type="presParOf" srcId="{3380E4F6-8840-4FB4-8A64-83D80308C237}" destId="{C88668FF-8211-4603-BB6D-BE2A6AA6AF4D}" srcOrd="2" destOrd="0" presId="urn:microsoft.com/office/officeart/2016/7/layout/BasicLinearProcessNumbered"/>
    <dgm:cxn modelId="{09EEB28A-9783-4728-894B-C657E1D8549F}" type="presParOf" srcId="{3380E4F6-8840-4FB4-8A64-83D80308C237}" destId="{B74E60EB-86A1-4D46-94CA-5B7E433EE30D}" srcOrd="3" destOrd="0" presId="urn:microsoft.com/office/officeart/2016/7/layout/BasicLinearProcessNumbered"/>
    <dgm:cxn modelId="{1DB01324-5FB6-4DF9-8FCC-7CD05BF232FA}" type="presParOf" srcId="{3BEB93A4-A85E-4B77-B287-7BB297A24607}" destId="{D2BC5FCB-F3D5-45CA-B605-EA8D1BDDC334}" srcOrd="1" destOrd="0" presId="urn:microsoft.com/office/officeart/2016/7/layout/BasicLinearProcessNumbered"/>
    <dgm:cxn modelId="{31CF5E48-B6A0-48B6-8C2D-2447C8282C0C}" type="presParOf" srcId="{3BEB93A4-A85E-4B77-B287-7BB297A24607}" destId="{04D69F54-881C-4635-AB9A-9F1E7937E626}" srcOrd="2" destOrd="0" presId="urn:microsoft.com/office/officeart/2016/7/layout/BasicLinearProcessNumbered"/>
    <dgm:cxn modelId="{1214EED0-D760-4DC3-AF55-54C56B5C20F2}" type="presParOf" srcId="{04D69F54-881C-4635-AB9A-9F1E7937E626}" destId="{2822F245-3B71-45EC-9FE9-AA14595B3AE5}" srcOrd="0" destOrd="0" presId="urn:microsoft.com/office/officeart/2016/7/layout/BasicLinearProcessNumbered"/>
    <dgm:cxn modelId="{D3634812-317B-4D21-BE42-81799387F1C9}" type="presParOf" srcId="{04D69F54-881C-4635-AB9A-9F1E7937E626}" destId="{C9A0699D-7CB9-4C4C-83DC-A7C34C13FBC0}" srcOrd="1" destOrd="0" presId="urn:microsoft.com/office/officeart/2016/7/layout/BasicLinearProcessNumbered"/>
    <dgm:cxn modelId="{DAB27C10-E1DD-4B02-892D-42AD8361A38A}" type="presParOf" srcId="{04D69F54-881C-4635-AB9A-9F1E7937E626}" destId="{E2458738-396C-41B4-AB43-45E4DD8DD800}" srcOrd="2" destOrd="0" presId="urn:microsoft.com/office/officeart/2016/7/layout/BasicLinearProcessNumbered"/>
    <dgm:cxn modelId="{5CAFAD09-A0CF-436C-8E92-1A8728630A4A}" type="presParOf" srcId="{04D69F54-881C-4635-AB9A-9F1E7937E626}" destId="{0D95CC10-AA6D-4004-B8C1-B6DAB3187ED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919CEF-5057-4459-9FCE-8934D0B23534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C8EF907-A2F2-42FF-B75B-F91997261F4B}">
      <dgm:prSet/>
      <dgm:spPr/>
      <dgm:t>
        <a:bodyPr/>
        <a:lstStyle/>
        <a:p>
          <a:r>
            <a:rPr lang="en-US"/>
            <a:t>Summary of key concepts.</a:t>
          </a:r>
        </a:p>
      </dgm:t>
    </dgm:pt>
    <dgm:pt modelId="{02016B4F-F5A9-409E-B82F-ED3600234139}" type="parTrans" cxnId="{89F5F61B-0A71-48B0-AFC0-7663DB224112}">
      <dgm:prSet/>
      <dgm:spPr/>
      <dgm:t>
        <a:bodyPr/>
        <a:lstStyle/>
        <a:p>
          <a:endParaRPr lang="en-US"/>
        </a:p>
      </dgm:t>
    </dgm:pt>
    <dgm:pt modelId="{8426220F-395A-48E6-A3A5-6B97B1D7D7B9}" type="sibTrans" cxnId="{89F5F61B-0A71-48B0-AFC0-7663DB224112}">
      <dgm:prSet/>
      <dgm:spPr/>
      <dgm:t>
        <a:bodyPr/>
        <a:lstStyle/>
        <a:p>
          <a:endParaRPr lang="en-US"/>
        </a:p>
      </dgm:t>
    </dgm:pt>
    <dgm:pt modelId="{5BB1755D-D26D-482B-8B71-6F3DBE911F30}">
      <dgm:prSet/>
      <dgm:spPr/>
      <dgm:t>
        <a:bodyPr/>
        <a:lstStyle/>
        <a:p>
          <a:r>
            <a:rPr lang="en-US"/>
            <a:t>Additional resources for learning more about Java and data processing.</a:t>
          </a:r>
        </a:p>
      </dgm:t>
    </dgm:pt>
    <dgm:pt modelId="{8C963125-1E92-4AEC-97CA-965CBE0CEBB3}" type="parTrans" cxnId="{EB90319D-DEFA-46BD-A716-51A8760D681F}">
      <dgm:prSet/>
      <dgm:spPr/>
      <dgm:t>
        <a:bodyPr/>
        <a:lstStyle/>
        <a:p>
          <a:endParaRPr lang="en-US"/>
        </a:p>
      </dgm:t>
    </dgm:pt>
    <dgm:pt modelId="{54EAAD2F-C641-42C3-9A2D-2BCCB2F97AC0}" type="sibTrans" cxnId="{EB90319D-DEFA-46BD-A716-51A8760D681F}">
      <dgm:prSet/>
      <dgm:spPr/>
      <dgm:t>
        <a:bodyPr/>
        <a:lstStyle/>
        <a:p>
          <a:endParaRPr lang="en-US"/>
        </a:p>
      </dgm:t>
    </dgm:pt>
    <dgm:pt modelId="{C0E4BDAA-B322-40EF-87C0-80486CB29AC1}" type="pres">
      <dgm:prSet presAssocID="{3F919CEF-5057-4459-9FCE-8934D0B23534}" presName="diagram" presStyleCnt="0">
        <dgm:presLayoutVars>
          <dgm:dir/>
          <dgm:resizeHandles val="exact"/>
        </dgm:presLayoutVars>
      </dgm:prSet>
      <dgm:spPr/>
    </dgm:pt>
    <dgm:pt modelId="{0945E941-9E56-49F6-9908-5605174BC1E6}" type="pres">
      <dgm:prSet presAssocID="{7C8EF907-A2F2-42FF-B75B-F91997261F4B}" presName="node" presStyleLbl="node1" presStyleIdx="0" presStyleCnt="2">
        <dgm:presLayoutVars>
          <dgm:bulletEnabled val="1"/>
        </dgm:presLayoutVars>
      </dgm:prSet>
      <dgm:spPr/>
    </dgm:pt>
    <dgm:pt modelId="{328A6281-26A1-45B9-98EA-D13A5AD8E5C0}" type="pres">
      <dgm:prSet presAssocID="{8426220F-395A-48E6-A3A5-6B97B1D7D7B9}" presName="sibTrans" presStyleCnt="0"/>
      <dgm:spPr/>
    </dgm:pt>
    <dgm:pt modelId="{F7F21D0C-775A-4226-A8F5-A3D345759003}" type="pres">
      <dgm:prSet presAssocID="{5BB1755D-D26D-482B-8B71-6F3DBE911F30}" presName="node" presStyleLbl="node1" presStyleIdx="1" presStyleCnt="2">
        <dgm:presLayoutVars>
          <dgm:bulletEnabled val="1"/>
        </dgm:presLayoutVars>
      </dgm:prSet>
      <dgm:spPr/>
    </dgm:pt>
  </dgm:ptLst>
  <dgm:cxnLst>
    <dgm:cxn modelId="{89F5F61B-0A71-48B0-AFC0-7663DB224112}" srcId="{3F919CEF-5057-4459-9FCE-8934D0B23534}" destId="{7C8EF907-A2F2-42FF-B75B-F91997261F4B}" srcOrd="0" destOrd="0" parTransId="{02016B4F-F5A9-409E-B82F-ED3600234139}" sibTransId="{8426220F-395A-48E6-A3A5-6B97B1D7D7B9}"/>
    <dgm:cxn modelId="{96759423-9CF1-42C2-A9E1-D553594F3F2D}" type="presOf" srcId="{3F919CEF-5057-4459-9FCE-8934D0B23534}" destId="{C0E4BDAA-B322-40EF-87C0-80486CB29AC1}" srcOrd="0" destOrd="0" presId="urn:microsoft.com/office/officeart/2005/8/layout/default"/>
    <dgm:cxn modelId="{DDFDA73D-336C-493A-A5F4-F5AE79F295BC}" type="presOf" srcId="{7C8EF907-A2F2-42FF-B75B-F91997261F4B}" destId="{0945E941-9E56-49F6-9908-5605174BC1E6}" srcOrd="0" destOrd="0" presId="urn:microsoft.com/office/officeart/2005/8/layout/default"/>
    <dgm:cxn modelId="{EB90319D-DEFA-46BD-A716-51A8760D681F}" srcId="{3F919CEF-5057-4459-9FCE-8934D0B23534}" destId="{5BB1755D-D26D-482B-8B71-6F3DBE911F30}" srcOrd="1" destOrd="0" parTransId="{8C963125-1E92-4AEC-97CA-965CBE0CEBB3}" sibTransId="{54EAAD2F-C641-42C3-9A2D-2BCCB2F97AC0}"/>
    <dgm:cxn modelId="{832208C6-D933-4418-A3C9-B92DF2D5A9A8}" type="presOf" srcId="{5BB1755D-D26D-482B-8B71-6F3DBE911F30}" destId="{F7F21D0C-775A-4226-A8F5-A3D345759003}" srcOrd="0" destOrd="0" presId="urn:microsoft.com/office/officeart/2005/8/layout/default"/>
    <dgm:cxn modelId="{6F6A3A77-DAB2-4599-ABE3-4F37BFE5A923}" type="presParOf" srcId="{C0E4BDAA-B322-40EF-87C0-80486CB29AC1}" destId="{0945E941-9E56-49F6-9908-5605174BC1E6}" srcOrd="0" destOrd="0" presId="urn:microsoft.com/office/officeart/2005/8/layout/default"/>
    <dgm:cxn modelId="{98DC46C5-B3AD-441D-AE0B-E622C2DA3EB8}" type="presParOf" srcId="{C0E4BDAA-B322-40EF-87C0-80486CB29AC1}" destId="{328A6281-26A1-45B9-98EA-D13A5AD8E5C0}" srcOrd="1" destOrd="0" presId="urn:microsoft.com/office/officeart/2005/8/layout/default"/>
    <dgm:cxn modelId="{6C1D1B75-A5A6-4339-93B4-B92AD10A3F9B}" type="presParOf" srcId="{C0E4BDAA-B322-40EF-87C0-80486CB29AC1}" destId="{F7F21D0C-775A-4226-A8F5-A3D34575900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B9A1A-8BCB-481F-87BF-AAC078D248F0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EB3F8-DF82-4DC7-9D53-2142F46CFD44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Overview of Java and why it's used for data analysis tasks.</a:t>
          </a:r>
        </a:p>
      </dsp:txBody>
      <dsp:txXfrm>
        <a:off x="456496" y="980400"/>
        <a:ext cx="3381034" cy="2099279"/>
      </dsp:txXfrm>
    </dsp:sp>
    <dsp:sp modelId="{80AF2915-41A6-4AD5-802E-8AC9988FA49B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43E43-EEDA-41BD-8A9D-2ABCEF6DE17E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Brief explanation of Java’s role in handling file I/O and data processing.</a:t>
          </a:r>
        </a:p>
      </dsp:txBody>
      <dsp:txXfrm>
        <a:off x="4748523" y="980400"/>
        <a:ext cx="3381034" cy="2099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C0104-D0A6-462C-8A88-2006B1379255}">
      <dsp:nvSpPr>
        <dsp:cNvPr id="0" name=""/>
        <dsp:cNvSpPr/>
      </dsp:nvSpPr>
      <dsp:spPr>
        <a:xfrm>
          <a:off x="962" y="0"/>
          <a:ext cx="3754654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727" tIns="330200" rIns="29272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Installing JDK and setting up an IDE.</a:t>
          </a:r>
        </a:p>
      </dsp:txBody>
      <dsp:txXfrm>
        <a:off x="962" y="1653508"/>
        <a:ext cx="3754654" cy="2610802"/>
      </dsp:txXfrm>
    </dsp:sp>
    <dsp:sp modelId="{F4D5E068-0F98-4AEE-8A24-627AC85B80E7}">
      <dsp:nvSpPr>
        <dsp:cNvPr id="0" name=""/>
        <dsp:cNvSpPr/>
      </dsp:nvSpPr>
      <dsp:spPr>
        <a:xfrm>
          <a:off x="1225589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416761" y="626305"/>
        <a:ext cx="923057" cy="923057"/>
      </dsp:txXfrm>
    </dsp:sp>
    <dsp:sp modelId="{C88668FF-8211-4603-BB6D-BE2A6AA6AF4D}">
      <dsp:nvSpPr>
        <dsp:cNvPr id="0" name=""/>
        <dsp:cNvSpPr/>
      </dsp:nvSpPr>
      <dsp:spPr>
        <a:xfrm>
          <a:off x="962" y="4351266"/>
          <a:ext cx="3754654" cy="7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822F245-3B71-45EC-9FE9-AA14595B3AE5}">
      <dsp:nvSpPr>
        <dsp:cNvPr id="0" name=""/>
        <dsp:cNvSpPr/>
      </dsp:nvSpPr>
      <dsp:spPr>
        <a:xfrm>
          <a:off x="4131082" y="0"/>
          <a:ext cx="3754654" cy="4351338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727" tIns="330200" rIns="29272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Compiling and running Java programs from the IDE or command line.</a:t>
          </a:r>
        </a:p>
      </dsp:txBody>
      <dsp:txXfrm>
        <a:off x="4131082" y="1653508"/>
        <a:ext cx="3754654" cy="2610802"/>
      </dsp:txXfrm>
    </dsp:sp>
    <dsp:sp modelId="{C9A0699D-7CB9-4C4C-83DC-A7C34C13FBC0}">
      <dsp:nvSpPr>
        <dsp:cNvPr id="0" name=""/>
        <dsp:cNvSpPr/>
      </dsp:nvSpPr>
      <dsp:spPr>
        <a:xfrm>
          <a:off x="5355709" y="435133"/>
          <a:ext cx="1305401" cy="1305401"/>
        </a:xfrm>
        <a:prstGeom prst="ellips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546881" y="626305"/>
        <a:ext cx="923057" cy="923057"/>
      </dsp:txXfrm>
    </dsp:sp>
    <dsp:sp modelId="{E2458738-396C-41B4-AB43-45E4DD8DD800}">
      <dsp:nvSpPr>
        <dsp:cNvPr id="0" name=""/>
        <dsp:cNvSpPr/>
      </dsp:nvSpPr>
      <dsp:spPr>
        <a:xfrm>
          <a:off x="4131082" y="4351266"/>
          <a:ext cx="3754654" cy="7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45E941-9E56-49F6-9908-5605174BC1E6}">
      <dsp:nvSpPr>
        <dsp:cNvPr id="0" name=""/>
        <dsp:cNvSpPr/>
      </dsp:nvSpPr>
      <dsp:spPr>
        <a:xfrm>
          <a:off x="402842" y="574"/>
          <a:ext cx="4194439" cy="251666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Summary of key concepts.</a:t>
          </a:r>
        </a:p>
      </dsp:txBody>
      <dsp:txXfrm>
        <a:off x="402842" y="574"/>
        <a:ext cx="4194439" cy="2516663"/>
      </dsp:txXfrm>
    </dsp:sp>
    <dsp:sp modelId="{F7F21D0C-775A-4226-A8F5-A3D345759003}">
      <dsp:nvSpPr>
        <dsp:cNvPr id="0" name=""/>
        <dsp:cNvSpPr/>
      </dsp:nvSpPr>
      <dsp:spPr>
        <a:xfrm>
          <a:off x="402842" y="2936681"/>
          <a:ext cx="4194439" cy="2516663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Additional resources for learning more about Java and data processing.</a:t>
          </a:r>
        </a:p>
      </dsp:txBody>
      <dsp:txXfrm>
        <a:off x="402842" y="2936681"/>
        <a:ext cx="4194439" cy="25166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Essential Java Knowledge for </a:t>
            </a:r>
            <a:b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Weekly Sales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guide to the Java concepts needed to build a weekly sales analysis program.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Introduction to Java Programming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3E624B-19A4-3DDD-CA83-F4ECE8C121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50503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772D74-F209-8A62-5A4F-0A67E8489D8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Setting Up Java Development Environment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31DDAF1-B56A-8D2D-B58C-0E42802B2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44868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Basic Java Syntax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Understanding classes, methods, and the main method.</a:t>
            </a:r>
          </a:p>
          <a:p>
            <a:r>
              <a:rPr dirty="0"/>
              <a:t>Example Code: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public class Example {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public static void main(String[] args) {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    System.out.println("Hello, Java!");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}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File Handling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4822"/>
            <a:ext cx="8229600" cy="5331204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Reading from files using FileReader and BufferedReader.</a:t>
            </a:r>
          </a:p>
          <a:p>
            <a:r>
              <a:rPr dirty="0"/>
              <a:t>Handling exceptions with try-catch blocks.</a:t>
            </a:r>
          </a:p>
          <a:p>
            <a:r>
              <a:rPr dirty="0"/>
              <a:t>Example Code: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sz="3600" dirty="0">
                <a:solidFill>
                  <a:srgbClr val="002060"/>
                </a:solidFill>
              </a:rPr>
              <a:t>try (BufferedReader br = new BufferedReader(new FileReader("sales_data.txt"))) {</a:t>
            </a:r>
          </a:p>
          <a:p>
            <a:pPr marL="0" indent="0">
              <a:buNone/>
            </a:pPr>
            <a:r>
              <a:rPr sz="3600" dirty="0">
                <a:solidFill>
                  <a:srgbClr val="002060"/>
                </a:solidFill>
              </a:rPr>
              <a:t>    String line;</a:t>
            </a:r>
          </a:p>
          <a:p>
            <a:pPr marL="0" indent="0">
              <a:buNone/>
            </a:pPr>
            <a:r>
              <a:rPr sz="3600" dirty="0">
                <a:solidFill>
                  <a:srgbClr val="002060"/>
                </a:solidFill>
              </a:rPr>
              <a:t>    while ((line = br.readLine()) != null) {</a:t>
            </a:r>
          </a:p>
          <a:p>
            <a:pPr marL="0" indent="0">
              <a:buNone/>
            </a:pPr>
            <a:r>
              <a:rPr sz="3600" dirty="0">
                <a:solidFill>
                  <a:srgbClr val="002060"/>
                </a:solidFill>
              </a:rPr>
              <a:t>        System.out.println(line);</a:t>
            </a:r>
          </a:p>
          <a:p>
            <a:pPr marL="0" indent="0">
              <a:buNone/>
            </a:pPr>
            <a:r>
              <a:rPr sz="3600" dirty="0">
                <a:solidFill>
                  <a:srgbClr val="002060"/>
                </a:solidFill>
              </a:rPr>
              <a:t>    }</a:t>
            </a:r>
          </a:p>
          <a:p>
            <a:pPr marL="0" indent="0">
              <a:buNone/>
            </a:pPr>
            <a:r>
              <a:rPr sz="3600" dirty="0">
                <a:solidFill>
                  <a:srgbClr val="002060"/>
                </a:solidFill>
              </a:rPr>
              <a:t>} catch (IOException e) {</a:t>
            </a:r>
          </a:p>
          <a:p>
            <a:pPr marL="0" indent="0">
              <a:buNone/>
            </a:pPr>
            <a:r>
              <a:rPr sz="3600" dirty="0">
                <a:solidFill>
                  <a:srgbClr val="002060"/>
                </a:solidFill>
              </a:rPr>
              <a:t>    e.printStackTrace();</a:t>
            </a:r>
          </a:p>
          <a:p>
            <a:pPr marL="0" indent="0">
              <a:buNone/>
            </a:pPr>
            <a:r>
              <a:rPr sz="3600" dirty="0">
                <a:solidFill>
                  <a:srgbClr val="00206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Working with Arrays and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Using arrays and lists to store data.</a:t>
            </a:r>
          </a:p>
          <a:p>
            <a:r>
              <a:rPr dirty="0"/>
              <a:t>Adding data to lists and iterating over elements.</a:t>
            </a:r>
          </a:p>
          <a:p>
            <a:r>
              <a:rPr dirty="0"/>
              <a:t>Example Code: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List&lt;Double&gt; sales = new ArrayList&lt;&gt;();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sales.add(100.5);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sales.add(200.75);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for (double sale : sales) {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System.out.println(sale);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Control Flow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Using loops (for, while) to process data.</a:t>
            </a:r>
          </a:p>
          <a:p>
            <a:r>
              <a:rPr dirty="0"/>
              <a:t>Using if-else statements for decision making.</a:t>
            </a:r>
          </a:p>
          <a:p>
            <a:r>
              <a:rPr dirty="0"/>
              <a:t>Example Code: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for (int i = 0; i &lt; 5; i++) {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if (i % 2 == 0) {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    System.out.println("Even number: " + i);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} else {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    System.out.println("Odd number: " + i);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}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Calculations and Aggregations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Performing arithmetic operations for totals and averages.</a:t>
            </a:r>
          </a:p>
          <a:p>
            <a:r>
              <a:rPr dirty="0"/>
              <a:t>Calculating sums and averages from arrays or lists.</a:t>
            </a:r>
          </a:p>
          <a:p>
            <a:r>
              <a:rPr dirty="0"/>
              <a:t>Example Code: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double[] sales = {100.5, 200.75, 150.25};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double total = 0;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for (double sale : sales) {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total += sale;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}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double average = total / sales.length;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System.out.println("Total: " + total + ", Average: " + average);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Tracking Maximum and Minimum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67712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Identifying the highest and lowest values in a dataset.</a:t>
            </a:r>
          </a:p>
          <a:p>
            <a:r>
              <a:rPr dirty="0"/>
              <a:t>Using variables to track these values as data is processed.</a:t>
            </a:r>
          </a:p>
          <a:p>
            <a:r>
              <a:rPr dirty="0"/>
              <a:t>Example Code: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double max = Double.MIN_VALUE;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double min = Double.MAX_VALUE;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for (double sale : sales) {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if (sale &gt; max) max = sale;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    if (sale &lt; min) min = sale;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}</a:t>
            </a:r>
          </a:p>
          <a:p>
            <a:pPr marL="0" indent="0">
              <a:buNone/>
            </a:pPr>
            <a:r>
              <a:rPr dirty="0">
                <a:solidFill>
                  <a:srgbClr val="002060"/>
                </a:solidFill>
              </a:rPr>
              <a:t>System.out.println("Max: " + max + ", Min: " + min);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D6A06796-F5EF-E792-F39B-D50FFD3CB2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363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dirty="0"/>
              <a:t>Putting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dirty="0"/>
              <a:t>Integrating all the concepts into the Weekly Sales Analysis program.</a:t>
            </a:r>
          </a:p>
          <a:p>
            <a:r>
              <a:rPr dirty="0"/>
              <a:t>Overview of how each concept contributes to the final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Conclusion and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865306-B11D-57A8-463B-696E56D478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19852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578</Words>
  <Application>Microsoft Office PowerPoint</Application>
  <PresentationFormat>On-screen Show (4:3)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Essential Java Knowledge for  Weekly Sales Analysis Project</vt:lpstr>
      <vt:lpstr>Introduction to Java Programming</vt:lpstr>
      <vt:lpstr>Setting Up Java Development Environment</vt:lpstr>
      <vt:lpstr>Basic Java Syntax and Structure</vt:lpstr>
      <vt:lpstr>File Handling in Java</vt:lpstr>
      <vt:lpstr>Working with Arrays and Lists</vt:lpstr>
      <vt:lpstr>Control Flow Statements</vt:lpstr>
      <vt:lpstr>Calculations and Aggregations</vt:lpstr>
      <vt:lpstr>Tracking Maximum and Minimum Values</vt:lpstr>
      <vt:lpstr>Putting It All Together</vt:lpstr>
      <vt:lpstr>Conclusion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Addington</dc:creator>
  <cp:keywords/>
  <dc:description>generated using python-pptx</dc:description>
  <cp:lastModifiedBy>Samuel Addington</cp:lastModifiedBy>
  <cp:revision>2</cp:revision>
  <dcterms:created xsi:type="dcterms:W3CDTF">2013-01-27T09:14:16Z</dcterms:created>
  <dcterms:modified xsi:type="dcterms:W3CDTF">2024-09-16T06:18:54Z</dcterms:modified>
  <cp:category/>
</cp:coreProperties>
</file>