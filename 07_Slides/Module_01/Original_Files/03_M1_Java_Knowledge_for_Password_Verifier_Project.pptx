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4" d="100"/>
          <a:sy n="134" d="100"/>
        </p:scale>
        <p:origin x="1172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89B560-3384-44D4-AF96-FE303ADCE67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091E83-9781-41F5-A19D-3AB18A84DFEC}">
      <dgm:prSet/>
      <dgm:spPr/>
      <dgm:t>
        <a:bodyPr/>
        <a:lstStyle/>
        <a:p>
          <a:r>
            <a:rPr lang="en-US"/>
            <a:t>Overview of Java and its applications.</a:t>
          </a:r>
        </a:p>
      </dgm:t>
    </dgm:pt>
    <dgm:pt modelId="{75C160A8-35A3-49CD-B04E-210E12BAD534}" type="parTrans" cxnId="{8E7B58FA-3C53-4716-B3B0-EC71B0F272D8}">
      <dgm:prSet/>
      <dgm:spPr/>
      <dgm:t>
        <a:bodyPr/>
        <a:lstStyle/>
        <a:p>
          <a:endParaRPr lang="en-US"/>
        </a:p>
      </dgm:t>
    </dgm:pt>
    <dgm:pt modelId="{16085CA2-A04F-43D8-B953-3D5A1CB0138D}" type="sibTrans" cxnId="{8E7B58FA-3C53-4716-B3B0-EC71B0F272D8}">
      <dgm:prSet/>
      <dgm:spPr/>
      <dgm:t>
        <a:bodyPr/>
        <a:lstStyle/>
        <a:p>
          <a:endParaRPr lang="en-US"/>
        </a:p>
      </dgm:t>
    </dgm:pt>
    <dgm:pt modelId="{6A58DE09-686E-40BD-9A35-CDEC39E8745B}">
      <dgm:prSet/>
      <dgm:spPr/>
      <dgm:t>
        <a:bodyPr/>
        <a:lstStyle/>
        <a:p>
          <a:r>
            <a:rPr lang="en-US"/>
            <a:t>Why Java is suitable for this project.</a:t>
          </a:r>
        </a:p>
      </dgm:t>
    </dgm:pt>
    <dgm:pt modelId="{27EDDB0B-58E5-4EC6-A57E-13A5758E28E3}" type="parTrans" cxnId="{90C403A9-EBA6-46AB-98AC-7C5726FA8B70}">
      <dgm:prSet/>
      <dgm:spPr/>
      <dgm:t>
        <a:bodyPr/>
        <a:lstStyle/>
        <a:p>
          <a:endParaRPr lang="en-US"/>
        </a:p>
      </dgm:t>
    </dgm:pt>
    <dgm:pt modelId="{F6A5210A-0D1D-455E-8AB6-1980E19EA419}" type="sibTrans" cxnId="{90C403A9-EBA6-46AB-98AC-7C5726FA8B70}">
      <dgm:prSet/>
      <dgm:spPr/>
      <dgm:t>
        <a:bodyPr/>
        <a:lstStyle/>
        <a:p>
          <a:endParaRPr lang="en-US"/>
        </a:p>
      </dgm:t>
    </dgm:pt>
    <dgm:pt modelId="{7962E2EC-D7DF-4F74-8B23-BA4890CCB2C0}" type="pres">
      <dgm:prSet presAssocID="{D689B560-3384-44D4-AF96-FE303ADCE67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A2EC09D-FCBF-42AB-9CBA-9B0591C153A2}" type="pres">
      <dgm:prSet presAssocID="{EA091E83-9781-41F5-A19D-3AB18A84DFEC}" presName="hierRoot1" presStyleCnt="0"/>
      <dgm:spPr/>
    </dgm:pt>
    <dgm:pt modelId="{DDBFA925-7F5E-4CB4-B557-42F8D0CB04C9}" type="pres">
      <dgm:prSet presAssocID="{EA091E83-9781-41F5-A19D-3AB18A84DFEC}" presName="composite" presStyleCnt="0"/>
      <dgm:spPr/>
    </dgm:pt>
    <dgm:pt modelId="{3FE42833-8437-4A42-AED1-BB1BA3530C59}" type="pres">
      <dgm:prSet presAssocID="{EA091E83-9781-41F5-A19D-3AB18A84DFEC}" presName="background" presStyleLbl="node0" presStyleIdx="0" presStyleCnt="2"/>
      <dgm:spPr/>
    </dgm:pt>
    <dgm:pt modelId="{A14B90C3-6B3B-4570-986B-BEECC80C806A}" type="pres">
      <dgm:prSet presAssocID="{EA091E83-9781-41F5-A19D-3AB18A84DFEC}" presName="text" presStyleLbl="fgAcc0" presStyleIdx="0" presStyleCnt="2">
        <dgm:presLayoutVars>
          <dgm:chPref val="3"/>
        </dgm:presLayoutVars>
      </dgm:prSet>
      <dgm:spPr/>
    </dgm:pt>
    <dgm:pt modelId="{3CFB2172-6B08-4136-8367-441AEB81D87B}" type="pres">
      <dgm:prSet presAssocID="{EA091E83-9781-41F5-A19D-3AB18A84DFEC}" presName="hierChild2" presStyleCnt="0"/>
      <dgm:spPr/>
    </dgm:pt>
    <dgm:pt modelId="{BDB8889C-590F-4421-A4CA-2472697C728E}" type="pres">
      <dgm:prSet presAssocID="{6A58DE09-686E-40BD-9A35-CDEC39E8745B}" presName="hierRoot1" presStyleCnt="0"/>
      <dgm:spPr/>
    </dgm:pt>
    <dgm:pt modelId="{033E38CF-68AA-4024-B000-66F652231F8D}" type="pres">
      <dgm:prSet presAssocID="{6A58DE09-686E-40BD-9A35-CDEC39E8745B}" presName="composite" presStyleCnt="0"/>
      <dgm:spPr/>
    </dgm:pt>
    <dgm:pt modelId="{BF7EA392-C79E-4F1D-A1D7-A9EE081118F9}" type="pres">
      <dgm:prSet presAssocID="{6A58DE09-686E-40BD-9A35-CDEC39E8745B}" presName="background" presStyleLbl="node0" presStyleIdx="1" presStyleCnt="2"/>
      <dgm:spPr/>
    </dgm:pt>
    <dgm:pt modelId="{6C3A2092-D907-407F-951D-E67B65138CFE}" type="pres">
      <dgm:prSet presAssocID="{6A58DE09-686E-40BD-9A35-CDEC39E8745B}" presName="text" presStyleLbl="fgAcc0" presStyleIdx="1" presStyleCnt="2">
        <dgm:presLayoutVars>
          <dgm:chPref val="3"/>
        </dgm:presLayoutVars>
      </dgm:prSet>
      <dgm:spPr/>
    </dgm:pt>
    <dgm:pt modelId="{6EA0D7E4-FBCB-4467-BED4-AD5D5AB87AB5}" type="pres">
      <dgm:prSet presAssocID="{6A58DE09-686E-40BD-9A35-CDEC39E8745B}" presName="hierChild2" presStyleCnt="0"/>
      <dgm:spPr/>
    </dgm:pt>
  </dgm:ptLst>
  <dgm:cxnLst>
    <dgm:cxn modelId="{79F5C545-F688-4800-BCBE-268004BD2021}" type="presOf" srcId="{6A58DE09-686E-40BD-9A35-CDEC39E8745B}" destId="{6C3A2092-D907-407F-951D-E67B65138CFE}" srcOrd="0" destOrd="0" presId="urn:microsoft.com/office/officeart/2005/8/layout/hierarchy1"/>
    <dgm:cxn modelId="{90C403A9-EBA6-46AB-98AC-7C5726FA8B70}" srcId="{D689B560-3384-44D4-AF96-FE303ADCE674}" destId="{6A58DE09-686E-40BD-9A35-CDEC39E8745B}" srcOrd="1" destOrd="0" parTransId="{27EDDB0B-58E5-4EC6-A57E-13A5758E28E3}" sibTransId="{F6A5210A-0D1D-455E-8AB6-1980E19EA419}"/>
    <dgm:cxn modelId="{29EF41DB-A1C3-4A55-9951-DA0D84163FFB}" type="presOf" srcId="{D689B560-3384-44D4-AF96-FE303ADCE674}" destId="{7962E2EC-D7DF-4F74-8B23-BA4890CCB2C0}" srcOrd="0" destOrd="0" presId="urn:microsoft.com/office/officeart/2005/8/layout/hierarchy1"/>
    <dgm:cxn modelId="{38328ADE-A3DD-4207-BB6B-F577CDBC009E}" type="presOf" srcId="{EA091E83-9781-41F5-A19D-3AB18A84DFEC}" destId="{A14B90C3-6B3B-4570-986B-BEECC80C806A}" srcOrd="0" destOrd="0" presId="urn:microsoft.com/office/officeart/2005/8/layout/hierarchy1"/>
    <dgm:cxn modelId="{8E7B58FA-3C53-4716-B3B0-EC71B0F272D8}" srcId="{D689B560-3384-44D4-AF96-FE303ADCE674}" destId="{EA091E83-9781-41F5-A19D-3AB18A84DFEC}" srcOrd="0" destOrd="0" parTransId="{75C160A8-35A3-49CD-B04E-210E12BAD534}" sibTransId="{16085CA2-A04F-43D8-B953-3D5A1CB0138D}"/>
    <dgm:cxn modelId="{BE3C9A0A-A043-409C-8B55-24E250EDE2E5}" type="presParOf" srcId="{7962E2EC-D7DF-4F74-8B23-BA4890CCB2C0}" destId="{1A2EC09D-FCBF-42AB-9CBA-9B0591C153A2}" srcOrd="0" destOrd="0" presId="urn:microsoft.com/office/officeart/2005/8/layout/hierarchy1"/>
    <dgm:cxn modelId="{693BA20C-C735-4525-A0BC-2B8546260F4F}" type="presParOf" srcId="{1A2EC09D-FCBF-42AB-9CBA-9B0591C153A2}" destId="{DDBFA925-7F5E-4CB4-B557-42F8D0CB04C9}" srcOrd="0" destOrd="0" presId="urn:microsoft.com/office/officeart/2005/8/layout/hierarchy1"/>
    <dgm:cxn modelId="{8D1A3D0F-CA85-4977-83BC-7E8843C41816}" type="presParOf" srcId="{DDBFA925-7F5E-4CB4-B557-42F8D0CB04C9}" destId="{3FE42833-8437-4A42-AED1-BB1BA3530C59}" srcOrd="0" destOrd="0" presId="urn:microsoft.com/office/officeart/2005/8/layout/hierarchy1"/>
    <dgm:cxn modelId="{3352C8BB-9A46-46B3-96F0-13E1700D21E0}" type="presParOf" srcId="{DDBFA925-7F5E-4CB4-B557-42F8D0CB04C9}" destId="{A14B90C3-6B3B-4570-986B-BEECC80C806A}" srcOrd="1" destOrd="0" presId="urn:microsoft.com/office/officeart/2005/8/layout/hierarchy1"/>
    <dgm:cxn modelId="{10D3C09A-0CE3-4FAE-BE0C-87325BCBC6AD}" type="presParOf" srcId="{1A2EC09D-FCBF-42AB-9CBA-9B0591C153A2}" destId="{3CFB2172-6B08-4136-8367-441AEB81D87B}" srcOrd="1" destOrd="0" presId="urn:microsoft.com/office/officeart/2005/8/layout/hierarchy1"/>
    <dgm:cxn modelId="{5C864682-8EB1-4D95-888E-DDB10B650ECF}" type="presParOf" srcId="{7962E2EC-D7DF-4F74-8B23-BA4890CCB2C0}" destId="{BDB8889C-590F-4421-A4CA-2472697C728E}" srcOrd="1" destOrd="0" presId="urn:microsoft.com/office/officeart/2005/8/layout/hierarchy1"/>
    <dgm:cxn modelId="{89AC8431-80AE-4D60-836F-5796D019FFB6}" type="presParOf" srcId="{BDB8889C-590F-4421-A4CA-2472697C728E}" destId="{033E38CF-68AA-4024-B000-66F652231F8D}" srcOrd="0" destOrd="0" presId="urn:microsoft.com/office/officeart/2005/8/layout/hierarchy1"/>
    <dgm:cxn modelId="{70C7F443-DF8B-482B-964B-1B590B75E6D4}" type="presParOf" srcId="{033E38CF-68AA-4024-B000-66F652231F8D}" destId="{BF7EA392-C79E-4F1D-A1D7-A9EE081118F9}" srcOrd="0" destOrd="0" presId="urn:microsoft.com/office/officeart/2005/8/layout/hierarchy1"/>
    <dgm:cxn modelId="{C3C6B796-DCD5-4CB5-93DB-59EB2C988837}" type="presParOf" srcId="{033E38CF-68AA-4024-B000-66F652231F8D}" destId="{6C3A2092-D907-407F-951D-E67B65138CFE}" srcOrd="1" destOrd="0" presId="urn:microsoft.com/office/officeart/2005/8/layout/hierarchy1"/>
    <dgm:cxn modelId="{739E485B-8F94-48FE-8801-2E29DCDE66DD}" type="presParOf" srcId="{BDB8889C-590F-4421-A4CA-2472697C728E}" destId="{6EA0D7E4-FBCB-4467-BED4-AD5D5AB87AB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9DAA8E-5C6E-457F-AAFA-6C3A4FAC8A4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C5B03E9-BAF8-48E4-B137-587F6D19D5D4}">
      <dgm:prSet/>
      <dgm:spPr/>
      <dgm:t>
        <a:bodyPr/>
        <a:lstStyle/>
        <a:p>
          <a:r>
            <a:rPr lang="en-US"/>
            <a:t>Understanding the anatomy of a Java program.</a:t>
          </a:r>
        </a:p>
      </dgm:t>
    </dgm:pt>
    <dgm:pt modelId="{FCE21662-06B4-4BA2-938F-DEFB587AA312}" type="parTrans" cxnId="{8C87098A-25F7-432D-81C4-9CF6AB83A6BD}">
      <dgm:prSet/>
      <dgm:spPr/>
      <dgm:t>
        <a:bodyPr/>
        <a:lstStyle/>
        <a:p>
          <a:endParaRPr lang="en-US"/>
        </a:p>
      </dgm:t>
    </dgm:pt>
    <dgm:pt modelId="{689F091B-7F18-4DA3-89A8-33435EB45BBB}" type="sibTrans" cxnId="{8C87098A-25F7-432D-81C4-9CF6AB83A6BD}">
      <dgm:prSet/>
      <dgm:spPr/>
      <dgm:t>
        <a:bodyPr/>
        <a:lstStyle/>
        <a:p>
          <a:endParaRPr lang="en-US"/>
        </a:p>
      </dgm:t>
    </dgm:pt>
    <dgm:pt modelId="{C598BF04-B03A-469F-A896-0E4CD35AF1C9}">
      <dgm:prSet/>
      <dgm:spPr/>
      <dgm:t>
        <a:bodyPr/>
        <a:lstStyle/>
        <a:p>
          <a:r>
            <a:rPr lang="en-US"/>
            <a:t>Introduction to classes, methods, and the main method.</a:t>
          </a:r>
        </a:p>
      </dgm:t>
    </dgm:pt>
    <dgm:pt modelId="{B8BA9235-AAD7-4451-90A5-D8466DA35927}" type="parTrans" cxnId="{7E1B0695-FB2E-4C78-9B89-04CD7D932268}">
      <dgm:prSet/>
      <dgm:spPr/>
      <dgm:t>
        <a:bodyPr/>
        <a:lstStyle/>
        <a:p>
          <a:endParaRPr lang="en-US"/>
        </a:p>
      </dgm:t>
    </dgm:pt>
    <dgm:pt modelId="{B9AD24B7-1ABD-4F4F-9908-F7772CEA7A15}" type="sibTrans" cxnId="{7E1B0695-FB2E-4C78-9B89-04CD7D932268}">
      <dgm:prSet/>
      <dgm:spPr/>
      <dgm:t>
        <a:bodyPr/>
        <a:lstStyle/>
        <a:p>
          <a:endParaRPr lang="en-US"/>
        </a:p>
      </dgm:t>
    </dgm:pt>
    <dgm:pt modelId="{214B1249-9AF6-4A9E-BEA3-08B39EFB5A3C}" type="pres">
      <dgm:prSet presAssocID="{209DAA8E-5C6E-457F-AAFA-6C3A4FAC8A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2A65E3-9879-419A-8BB9-D28A8FA2D13F}" type="pres">
      <dgm:prSet presAssocID="{BC5B03E9-BAF8-48E4-B137-587F6D19D5D4}" presName="hierRoot1" presStyleCnt="0"/>
      <dgm:spPr/>
    </dgm:pt>
    <dgm:pt modelId="{AF7503EE-2BC4-4F49-8DD9-32D5771888D5}" type="pres">
      <dgm:prSet presAssocID="{BC5B03E9-BAF8-48E4-B137-587F6D19D5D4}" presName="composite" presStyleCnt="0"/>
      <dgm:spPr/>
    </dgm:pt>
    <dgm:pt modelId="{FC8F4A0C-C318-44A2-B3BB-C7242CEE6090}" type="pres">
      <dgm:prSet presAssocID="{BC5B03E9-BAF8-48E4-B137-587F6D19D5D4}" presName="background" presStyleLbl="node0" presStyleIdx="0" presStyleCnt="2"/>
      <dgm:spPr/>
    </dgm:pt>
    <dgm:pt modelId="{753F6921-98D2-4EEF-BBFD-491CDF1E4BE6}" type="pres">
      <dgm:prSet presAssocID="{BC5B03E9-BAF8-48E4-B137-587F6D19D5D4}" presName="text" presStyleLbl="fgAcc0" presStyleIdx="0" presStyleCnt="2">
        <dgm:presLayoutVars>
          <dgm:chPref val="3"/>
        </dgm:presLayoutVars>
      </dgm:prSet>
      <dgm:spPr/>
    </dgm:pt>
    <dgm:pt modelId="{8CA696DA-DB0C-4B1B-9D2B-B4FA153E2364}" type="pres">
      <dgm:prSet presAssocID="{BC5B03E9-BAF8-48E4-B137-587F6D19D5D4}" presName="hierChild2" presStyleCnt="0"/>
      <dgm:spPr/>
    </dgm:pt>
    <dgm:pt modelId="{0AB54F73-E342-4B1F-8E21-AF0E34CC5941}" type="pres">
      <dgm:prSet presAssocID="{C598BF04-B03A-469F-A896-0E4CD35AF1C9}" presName="hierRoot1" presStyleCnt="0"/>
      <dgm:spPr/>
    </dgm:pt>
    <dgm:pt modelId="{B5688B67-9971-44F5-9E43-D84BD7EDE56A}" type="pres">
      <dgm:prSet presAssocID="{C598BF04-B03A-469F-A896-0E4CD35AF1C9}" presName="composite" presStyleCnt="0"/>
      <dgm:spPr/>
    </dgm:pt>
    <dgm:pt modelId="{B66B1B74-8155-425C-BBE0-DDCF8CB2A74C}" type="pres">
      <dgm:prSet presAssocID="{C598BF04-B03A-469F-A896-0E4CD35AF1C9}" presName="background" presStyleLbl="node0" presStyleIdx="1" presStyleCnt="2"/>
      <dgm:spPr/>
    </dgm:pt>
    <dgm:pt modelId="{5C4EF6F6-1EB5-42CC-966C-08EFAADDC994}" type="pres">
      <dgm:prSet presAssocID="{C598BF04-B03A-469F-A896-0E4CD35AF1C9}" presName="text" presStyleLbl="fgAcc0" presStyleIdx="1" presStyleCnt="2">
        <dgm:presLayoutVars>
          <dgm:chPref val="3"/>
        </dgm:presLayoutVars>
      </dgm:prSet>
      <dgm:spPr/>
    </dgm:pt>
    <dgm:pt modelId="{23256C3C-C33F-40E1-8C1A-686B69551947}" type="pres">
      <dgm:prSet presAssocID="{C598BF04-B03A-469F-A896-0E4CD35AF1C9}" presName="hierChild2" presStyleCnt="0"/>
      <dgm:spPr/>
    </dgm:pt>
  </dgm:ptLst>
  <dgm:cxnLst>
    <dgm:cxn modelId="{E89AEE49-3B72-454A-989B-A87A1F3E3D24}" type="presOf" srcId="{C598BF04-B03A-469F-A896-0E4CD35AF1C9}" destId="{5C4EF6F6-1EB5-42CC-966C-08EFAADDC994}" srcOrd="0" destOrd="0" presId="urn:microsoft.com/office/officeart/2005/8/layout/hierarchy1"/>
    <dgm:cxn modelId="{8C87098A-25F7-432D-81C4-9CF6AB83A6BD}" srcId="{209DAA8E-5C6E-457F-AAFA-6C3A4FAC8A4A}" destId="{BC5B03E9-BAF8-48E4-B137-587F6D19D5D4}" srcOrd="0" destOrd="0" parTransId="{FCE21662-06B4-4BA2-938F-DEFB587AA312}" sibTransId="{689F091B-7F18-4DA3-89A8-33435EB45BBB}"/>
    <dgm:cxn modelId="{7E1B0695-FB2E-4C78-9B89-04CD7D932268}" srcId="{209DAA8E-5C6E-457F-AAFA-6C3A4FAC8A4A}" destId="{C598BF04-B03A-469F-A896-0E4CD35AF1C9}" srcOrd="1" destOrd="0" parTransId="{B8BA9235-AAD7-4451-90A5-D8466DA35927}" sibTransId="{B9AD24B7-1ABD-4F4F-9908-F7772CEA7A15}"/>
    <dgm:cxn modelId="{80E1ECD5-1F87-4152-8E80-87C207854252}" type="presOf" srcId="{BC5B03E9-BAF8-48E4-B137-587F6D19D5D4}" destId="{753F6921-98D2-4EEF-BBFD-491CDF1E4BE6}" srcOrd="0" destOrd="0" presId="urn:microsoft.com/office/officeart/2005/8/layout/hierarchy1"/>
    <dgm:cxn modelId="{5131A4E8-C202-4699-ACEC-AC7474FCB4A7}" type="presOf" srcId="{209DAA8E-5C6E-457F-AAFA-6C3A4FAC8A4A}" destId="{214B1249-9AF6-4A9E-BEA3-08B39EFB5A3C}" srcOrd="0" destOrd="0" presId="urn:microsoft.com/office/officeart/2005/8/layout/hierarchy1"/>
    <dgm:cxn modelId="{01DCB630-A2AF-41D8-B62F-D438F4A22F7F}" type="presParOf" srcId="{214B1249-9AF6-4A9E-BEA3-08B39EFB5A3C}" destId="{782A65E3-9879-419A-8BB9-D28A8FA2D13F}" srcOrd="0" destOrd="0" presId="urn:microsoft.com/office/officeart/2005/8/layout/hierarchy1"/>
    <dgm:cxn modelId="{9CCCADC9-6672-461F-AC68-9E8006F8B20F}" type="presParOf" srcId="{782A65E3-9879-419A-8BB9-D28A8FA2D13F}" destId="{AF7503EE-2BC4-4F49-8DD9-32D5771888D5}" srcOrd="0" destOrd="0" presId="urn:microsoft.com/office/officeart/2005/8/layout/hierarchy1"/>
    <dgm:cxn modelId="{24324CDF-0F16-4C46-A3E7-19CA2F8EABEE}" type="presParOf" srcId="{AF7503EE-2BC4-4F49-8DD9-32D5771888D5}" destId="{FC8F4A0C-C318-44A2-B3BB-C7242CEE6090}" srcOrd="0" destOrd="0" presId="urn:microsoft.com/office/officeart/2005/8/layout/hierarchy1"/>
    <dgm:cxn modelId="{4C359A35-37DB-4A43-B5CA-6685229BDC0F}" type="presParOf" srcId="{AF7503EE-2BC4-4F49-8DD9-32D5771888D5}" destId="{753F6921-98D2-4EEF-BBFD-491CDF1E4BE6}" srcOrd="1" destOrd="0" presId="urn:microsoft.com/office/officeart/2005/8/layout/hierarchy1"/>
    <dgm:cxn modelId="{AC69B356-A332-496E-A6EF-FB430A2F08B8}" type="presParOf" srcId="{782A65E3-9879-419A-8BB9-D28A8FA2D13F}" destId="{8CA696DA-DB0C-4B1B-9D2B-B4FA153E2364}" srcOrd="1" destOrd="0" presId="urn:microsoft.com/office/officeart/2005/8/layout/hierarchy1"/>
    <dgm:cxn modelId="{81EB86D1-3CDD-42CA-B5B3-58D57017BA62}" type="presParOf" srcId="{214B1249-9AF6-4A9E-BEA3-08B39EFB5A3C}" destId="{0AB54F73-E342-4B1F-8E21-AF0E34CC5941}" srcOrd="1" destOrd="0" presId="urn:microsoft.com/office/officeart/2005/8/layout/hierarchy1"/>
    <dgm:cxn modelId="{358710EB-3C50-4596-90F5-3F0BB2AC992C}" type="presParOf" srcId="{0AB54F73-E342-4B1F-8E21-AF0E34CC5941}" destId="{B5688B67-9971-44F5-9E43-D84BD7EDE56A}" srcOrd="0" destOrd="0" presId="urn:microsoft.com/office/officeart/2005/8/layout/hierarchy1"/>
    <dgm:cxn modelId="{6D710D78-CFC1-4822-9F52-E38EA166290B}" type="presParOf" srcId="{B5688B67-9971-44F5-9E43-D84BD7EDE56A}" destId="{B66B1B74-8155-425C-BBE0-DDCF8CB2A74C}" srcOrd="0" destOrd="0" presId="urn:microsoft.com/office/officeart/2005/8/layout/hierarchy1"/>
    <dgm:cxn modelId="{A72E605F-CB4A-42BF-9867-776F89907C2A}" type="presParOf" srcId="{B5688B67-9971-44F5-9E43-D84BD7EDE56A}" destId="{5C4EF6F6-1EB5-42CC-966C-08EFAADDC994}" srcOrd="1" destOrd="0" presId="urn:microsoft.com/office/officeart/2005/8/layout/hierarchy1"/>
    <dgm:cxn modelId="{948F1ED8-1290-4855-A2A9-817AB3E7FDC0}" type="presParOf" srcId="{0AB54F73-E342-4B1F-8E21-AF0E34CC5941}" destId="{23256C3C-C33F-40E1-8C1A-686B6955194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F60969-F079-4EA6-AD99-30A733790D5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95F2F1-E795-4596-9261-CB77149B0D7F}">
      <dgm:prSet/>
      <dgm:spPr/>
      <dgm:t>
        <a:bodyPr/>
        <a:lstStyle/>
        <a:p>
          <a:r>
            <a:rPr lang="en-US"/>
            <a:t>Steps to install JDK and set up an IDE.</a:t>
          </a:r>
        </a:p>
      </dgm:t>
    </dgm:pt>
    <dgm:pt modelId="{C39C520B-6642-4E91-9522-9AA1C0151F1B}" type="parTrans" cxnId="{96463128-93E6-4CC0-BF08-EE24C51750C1}">
      <dgm:prSet/>
      <dgm:spPr/>
      <dgm:t>
        <a:bodyPr/>
        <a:lstStyle/>
        <a:p>
          <a:endParaRPr lang="en-US"/>
        </a:p>
      </dgm:t>
    </dgm:pt>
    <dgm:pt modelId="{E614F3B0-2ACE-4CBD-B770-BC154A160BFF}" type="sibTrans" cxnId="{96463128-93E6-4CC0-BF08-EE24C51750C1}">
      <dgm:prSet/>
      <dgm:spPr/>
      <dgm:t>
        <a:bodyPr/>
        <a:lstStyle/>
        <a:p>
          <a:endParaRPr lang="en-US"/>
        </a:p>
      </dgm:t>
    </dgm:pt>
    <dgm:pt modelId="{5F404FB3-0DD3-4D9A-9FF0-88E478F55A1A}">
      <dgm:prSet/>
      <dgm:spPr/>
      <dgm:t>
        <a:bodyPr/>
        <a:lstStyle/>
        <a:p>
          <a:r>
            <a:rPr lang="en-US"/>
            <a:t>Compiling and running Java programs.</a:t>
          </a:r>
        </a:p>
      </dgm:t>
    </dgm:pt>
    <dgm:pt modelId="{2578A7BB-79CF-44BB-81B2-BA0A49E31327}" type="parTrans" cxnId="{44104155-AA60-4CDF-9CE2-6B9E7C69C6A1}">
      <dgm:prSet/>
      <dgm:spPr/>
      <dgm:t>
        <a:bodyPr/>
        <a:lstStyle/>
        <a:p>
          <a:endParaRPr lang="en-US"/>
        </a:p>
      </dgm:t>
    </dgm:pt>
    <dgm:pt modelId="{44C65825-846B-436B-9469-788223A2D23B}" type="sibTrans" cxnId="{44104155-AA60-4CDF-9CE2-6B9E7C69C6A1}">
      <dgm:prSet/>
      <dgm:spPr/>
      <dgm:t>
        <a:bodyPr/>
        <a:lstStyle/>
        <a:p>
          <a:endParaRPr lang="en-US"/>
        </a:p>
      </dgm:t>
    </dgm:pt>
    <dgm:pt modelId="{6E674F3D-6C56-4387-B3E0-DE3194FBAB8B}" type="pres">
      <dgm:prSet presAssocID="{B8F60969-F079-4EA6-AD99-30A733790D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39B322-C9C0-49DA-8175-193434334236}" type="pres">
      <dgm:prSet presAssocID="{EF95F2F1-E795-4596-9261-CB77149B0D7F}" presName="hierRoot1" presStyleCnt="0"/>
      <dgm:spPr/>
    </dgm:pt>
    <dgm:pt modelId="{651E34F1-6602-4BCF-A1EA-2EB990B02894}" type="pres">
      <dgm:prSet presAssocID="{EF95F2F1-E795-4596-9261-CB77149B0D7F}" presName="composite" presStyleCnt="0"/>
      <dgm:spPr/>
    </dgm:pt>
    <dgm:pt modelId="{7582CAD6-BEE0-4DDB-9709-1D1FA315AD7B}" type="pres">
      <dgm:prSet presAssocID="{EF95F2F1-E795-4596-9261-CB77149B0D7F}" presName="background" presStyleLbl="node0" presStyleIdx="0" presStyleCnt="2"/>
      <dgm:spPr/>
    </dgm:pt>
    <dgm:pt modelId="{104FE05D-8B05-4221-A320-ADA9D6820554}" type="pres">
      <dgm:prSet presAssocID="{EF95F2F1-E795-4596-9261-CB77149B0D7F}" presName="text" presStyleLbl="fgAcc0" presStyleIdx="0" presStyleCnt="2">
        <dgm:presLayoutVars>
          <dgm:chPref val="3"/>
        </dgm:presLayoutVars>
      </dgm:prSet>
      <dgm:spPr/>
    </dgm:pt>
    <dgm:pt modelId="{582C78DC-A9C1-4B00-B7FA-2BB274F0CD3C}" type="pres">
      <dgm:prSet presAssocID="{EF95F2F1-E795-4596-9261-CB77149B0D7F}" presName="hierChild2" presStyleCnt="0"/>
      <dgm:spPr/>
    </dgm:pt>
    <dgm:pt modelId="{CDF80E08-866C-456C-BDBE-E6BF75DC2FDB}" type="pres">
      <dgm:prSet presAssocID="{5F404FB3-0DD3-4D9A-9FF0-88E478F55A1A}" presName="hierRoot1" presStyleCnt="0"/>
      <dgm:spPr/>
    </dgm:pt>
    <dgm:pt modelId="{3851CBCD-4782-4044-9C9D-5DBA3F683A79}" type="pres">
      <dgm:prSet presAssocID="{5F404FB3-0DD3-4D9A-9FF0-88E478F55A1A}" presName="composite" presStyleCnt="0"/>
      <dgm:spPr/>
    </dgm:pt>
    <dgm:pt modelId="{3E0A157F-F3D8-4B94-B552-65F6D170BC51}" type="pres">
      <dgm:prSet presAssocID="{5F404FB3-0DD3-4D9A-9FF0-88E478F55A1A}" presName="background" presStyleLbl="node0" presStyleIdx="1" presStyleCnt="2"/>
      <dgm:spPr/>
    </dgm:pt>
    <dgm:pt modelId="{937C61AA-3EB8-48D7-8DD1-07E2EBE5B572}" type="pres">
      <dgm:prSet presAssocID="{5F404FB3-0DD3-4D9A-9FF0-88E478F55A1A}" presName="text" presStyleLbl="fgAcc0" presStyleIdx="1" presStyleCnt="2">
        <dgm:presLayoutVars>
          <dgm:chPref val="3"/>
        </dgm:presLayoutVars>
      </dgm:prSet>
      <dgm:spPr/>
    </dgm:pt>
    <dgm:pt modelId="{30CA11D9-85FF-49F1-A1DA-2D2412D643B1}" type="pres">
      <dgm:prSet presAssocID="{5F404FB3-0DD3-4D9A-9FF0-88E478F55A1A}" presName="hierChild2" presStyleCnt="0"/>
      <dgm:spPr/>
    </dgm:pt>
  </dgm:ptLst>
  <dgm:cxnLst>
    <dgm:cxn modelId="{27DE9022-0BE0-4D2E-AEB5-07126B1829BC}" type="presOf" srcId="{5F404FB3-0DD3-4D9A-9FF0-88E478F55A1A}" destId="{937C61AA-3EB8-48D7-8DD1-07E2EBE5B572}" srcOrd="0" destOrd="0" presId="urn:microsoft.com/office/officeart/2005/8/layout/hierarchy1"/>
    <dgm:cxn modelId="{96463128-93E6-4CC0-BF08-EE24C51750C1}" srcId="{B8F60969-F079-4EA6-AD99-30A733790D56}" destId="{EF95F2F1-E795-4596-9261-CB77149B0D7F}" srcOrd="0" destOrd="0" parTransId="{C39C520B-6642-4E91-9522-9AA1C0151F1B}" sibTransId="{E614F3B0-2ACE-4CBD-B770-BC154A160BFF}"/>
    <dgm:cxn modelId="{44104155-AA60-4CDF-9CE2-6B9E7C69C6A1}" srcId="{B8F60969-F079-4EA6-AD99-30A733790D56}" destId="{5F404FB3-0DD3-4D9A-9FF0-88E478F55A1A}" srcOrd="1" destOrd="0" parTransId="{2578A7BB-79CF-44BB-81B2-BA0A49E31327}" sibTransId="{44C65825-846B-436B-9469-788223A2D23B}"/>
    <dgm:cxn modelId="{15BA079A-DA4B-46A8-86FE-2031BEB1BA63}" type="presOf" srcId="{EF95F2F1-E795-4596-9261-CB77149B0D7F}" destId="{104FE05D-8B05-4221-A320-ADA9D6820554}" srcOrd="0" destOrd="0" presId="urn:microsoft.com/office/officeart/2005/8/layout/hierarchy1"/>
    <dgm:cxn modelId="{CBC7C7AD-5BED-473A-A964-4A8268970B8D}" type="presOf" srcId="{B8F60969-F079-4EA6-AD99-30A733790D56}" destId="{6E674F3D-6C56-4387-B3E0-DE3194FBAB8B}" srcOrd="0" destOrd="0" presId="urn:microsoft.com/office/officeart/2005/8/layout/hierarchy1"/>
    <dgm:cxn modelId="{480EB2F6-D5AF-49ED-A0E1-5C5A666BA959}" type="presParOf" srcId="{6E674F3D-6C56-4387-B3E0-DE3194FBAB8B}" destId="{AF39B322-C9C0-49DA-8175-193434334236}" srcOrd="0" destOrd="0" presId="urn:microsoft.com/office/officeart/2005/8/layout/hierarchy1"/>
    <dgm:cxn modelId="{5D60565D-36F9-4161-878C-A66326225FC8}" type="presParOf" srcId="{AF39B322-C9C0-49DA-8175-193434334236}" destId="{651E34F1-6602-4BCF-A1EA-2EB990B02894}" srcOrd="0" destOrd="0" presId="urn:microsoft.com/office/officeart/2005/8/layout/hierarchy1"/>
    <dgm:cxn modelId="{2E5FA994-4988-4397-BE7D-ECE312281A0F}" type="presParOf" srcId="{651E34F1-6602-4BCF-A1EA-2EB990B02894}" destId="{7582CAD6-BEE0-4DDB-9709-1D1FA315AD7B}" srcOrd="0" destOrd="0" presId="urn:microsoft.com/office/officeart/2005/8/layout/hierarchy1"/>
    <dgm:cxn modelId="{A7BE3501-3FBE-41B8-AAFB-5741231BC0A5}" type="presParOf" srcId="{651E34F1-6602-4BCF-A1EA-2EB990B02894}" destId="{104FE05D-8B05-4221-A320-ADA9D6820554}" srcOrd="1" destOrd="0" presId="urn:microsoft.com/office/officeart/2005/8/layout/hierarchy1"/>
    <dgm:cxn modelId="{E6BDBC4D-EC44-41E4-A893-9D469FCB72EA}" type="presParOf" srcId="{AF39B322-C9C0-49DA-8175-193434334236}" destId="{582C78DC-A9C1-4B00-B7FA-2BB274F0CD3C}" srcOrd="1" destOrd="0" presId="urn:microsoft.com/office/officeart/2005/8/layout/hierarchy1"/>
    <dgm:cxn modelId="{F5E2663D-A7CC-421C-8290-E574D580B866}" type="presParOf" srcId="{6E674F3D-6C56-4387-B3E0-DE3194FBAB8B}" destId="{CDF80E08-866C-456C-BDBE-E6BF75DC2FDB}" srcOrd="1" destOrd="0" presId="urn:microsoft.com/office/officeart/2005/8/layout/hierarchy1"/>
    <dgm:cxn modelId="{BA1A1807-F47B-4444-B519-B43CA8D41CE7}" type="presParOf" srcId="{CDF80E08-866C-456C-BDBE-E6BF75DC2FDB}" destId="{3851CBCD-4782-4044-9C9D-5DBA3F683A79}" srcOrd="0" destOrd="0" presId="urn:microsoft.com/office/officeart/2005/8/layout/hierarchy1"/>
    <dgm:cxn modelId="{EB420665-BC85-4C1C-99C8-F9F1E4B92393}" type="presParOf" srcId="{3851CBCD-4782-4044-9C9D-5DBA3F683A79}" destId="{3E0A157F-F3D8-4B94-B552-65F6D170BC51}" srcOrd="0" destOrd="0" presId="urn:microsoft.com/office/officeart/2005/8/layout/hierarchy1"/>
    <dgm:cxn modelId="{5B19A463-1CA0-408B-BA90-75810A60D380}" type="presParOf" srcId="{3851CBCD-4782-4044-9C9D-5DBA3F683A79}" destId="{937C61AA-3EB8-48D7-8DD1-07E2EBE5B572}" srcOrd="1" destOrd="0" presId="urn:microsoft.com/office/officeart/2005/8/layout/hierarchy1"/>
    <dgm:cxn modelId="{97E0D79C-6DDC-4BF5-90CE-458B89F3BF40}" type="presParOf" srcId="{CDF80E08-866C-456C-BDBE-E6BF75DC2FDB}" destId="{30CA11D9-85FF-49F1-A1DA-2D2412D643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435863-3D79-4127-AB65-CB8075477EC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6AAF2AA-0DF6-4A82-9F70-C11AA30EA93A}">
      <dgm:prSet/>
      <dgm:spPr/>
      <dgm:t>
        <a:bodyPr/>
        <a:lstStyle/>
        <a:p>
          <a:r>
            <a:rPr lang="en-US"/>
            <a:t>Using the Scanner class for reading input.</a:t>
          </a:r>
        </a:p>
      </dgm:t>
    </dgm:pt>
    <dgm:pt modelId="{BCD64801-450E-4B97-BB2E-3B31D08DA4C4}" type="parTrans" cxnId="{1A3D354D-6169-49BE-AC6C-6835EBC5A5C3}">
      <dgm:prSet/>
      <dgm:spPr/>
      <dgm:t>
        <a:bodyPr/>
        <a:lstStyle/>
        <a:p>
          <a:endParaRPr lang="en-US"/>
        </a:p>
      </dgm:t>
    </dgm:pt>
    <dgm:pt modelId="{1D3E6E95-3EBD-4981-BF0F-7A83EB6958B0}" type="sibTrans" cxnId="{1A3D354D-6169-49BE-AC6C-6835EBC5A5C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A69DA16-0928-4891-8C58-1F35E170E08D}">
      <dgm:prSet/>
      <dgm:spPr/>
      <dgm:t>
        <a:bodyPr/>
        <a:lstStyle/>
        <a:p>
          <a:r>
            <a:rPr lang="en-US"/>
            <a:t>Displaying output using System.out.println().</a:t>
          </a:r>
        </a:p>
      </dgm:t>
    </dgm:pt>
    <dgm:pt modelId="{45F73E11-1162-4304-BD74-450E1AB345E3}" type="parTrans" cxnId="{0A96011A-5EF5-4EBB-BB42-3900AC96A5F0}">
      <dgm:prSet/>
      <dgm:spPr/>
      <dgm:t>
        <a:bodyPr/>
        <a:lstStyle/>
        <a:p>
          <a:endParaRPr lang="en-US"/>
        </a:p>
      </dgm:t>
    </dgm:pt>
    <dgm:pt modelId="{63A9CA01-CB13-429B-92E2-80AFC36836C0}" type="sibTrans" cxnId="{0A96011A-5EF5-4EBB-BB42-3900AC96A5F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53CFC6F-7DCB-4619-9551-979BFA59D569}" type="pres">
      <dgm:prSet presAssocID="{DF435863-3D79-4127-AB65-CB8075477EC3}" presName="Name0" presStyleCnt="0">
        <dgm:presLayoutVars>
          <dgm:animLvl val="lvl"/>
          <dgm:resizeHandles val="exact"/>
        </dgm:presLayoutVars>
      </dgm:prSet>
      <dgm:spPr/>
    </dgm:pt>
    <dgm:pt modelId="{9393900C-923A-4F56-8037-33366047B30C}" type="pres">
      <dgm:prSet presAssocID="{B6AAF2AA-0DF6-4A82-9F70-C11AA30EA93A}" presName="compositeNode" presStyleCnt="0">
        <dgm:presLayoutVars>
          <dgm:bulletEnabled val="1"/>
        </dgm:presLayoutVars>
      </dgm:prSet>
      <dgm:spPr/>
    </dgm:pt>
    <dgm:pt modelId="{1A5CD9E7-7F39-4FAB-9533-5B6EA96BAD93}" type="pres">
      <dgm:prSet presAssocID="{B6AAF2AA-0DF6-4A82-9F70-C11AA30EA93A}" presName="bgRect" presStyleLbl="alignNode1" presStyleIdx="0" presStyleCnt="2"/>
      <dgm:spPr/>
    </dgm:pt>
    <dgm:pt modelId="{334F9874-2F88-41E1-8F04-A475DF58639A}" type="pres">
      <dgm:prSet presAssocID="{1D3E6E95-3EBD-4981-BF0F-7A83EB6958B0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8DC5A96C-FF91-48A0-9FF7-12814DBD4512}" type="pres">
      <dgm:prSet presAssocID="{B6AAF2AA-0DF6-4A82-9F70-C11AA30EA93A}" presName="nodeRect" presStyleLbl="alignNode1" presStyleIdx="0" presStyleCnt="2">
        <dgm:presLayoutVars>
          <dgm:bulletEnabled val="1"/>
        </dgm:presLayoutVars>
      </dgm:prSet>
      <dgm:spPr/>
    </dgm:pt>
    <dgm:pt modelId="{DE08D514-9245-436D-825B-B503F76A0DDD}" type="pres">
      <dgm:prSet presAssocID="{1D3E6E95-3EBD-4981-BF0F-7A83EB6958B0}" presName="sibTrans" presStyleCnt="0"/>
      <dgm:spPr/>
    </dgm:pt>
    <dgm:pt modelId="{74ED7652-6B1B-4BA5-9F33-99AB5452F2AA}" type="pres">
      <dgm:prSet presAssocID="{5A69DA16-0928-4891-8C58-1F35E170E08D}" presName="compositeNode" presStyleCnt="0">
        <dgm:presLayoutVars>
          <dgm:bulletEnabled val="1"/>
        </dgm:presLayoutVars>
      </dgm:prSet>
      <dgm:spPr/>
    </dgm:pt>
    <dgm:pt modelId="{E9532C87-4984-474E-A169-180E11930E2E}" type="pres">
      <dgm:prSet presAssocID="{5A69DA16-0928-4891-8C58-1F35E170E08D}" presName="bgRect" presStyleLbl="alignNode1" presStyleIdx="1" presStyleCnt="2"/>
      <dgm:spPr/>
    </dgm:pt>
    <dgm:pt modelId="{53EA5E92-15FA-4DE2-B730-228201B73382}" type="pres">
      <dgm:prSet presAssocID="{63A9CA01-CB13-429B-92E2-80AFC36836C0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9C8700DE-ED29-42D4-B4FE-F8E24B40E763}" type="pres">
      <dgm:prSet presAssocID="{5A69DA16-0928-4891-8C58-1F35E170E08D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0A96011A-5EF5-4EBB-BB42-3900AC96A5F0}" srcId="{DF435863-3D79-4127-AB65-CB8075477EC3}" destId="{5A69DA16-0928-4891-8C58-1F35E170E08D}" srcOrd="1" destOrd="0" parTransId="{45F73E11-1162-4304-BD74-450E1AB345E3}" sibTransId="{63A9CA01-CB13-429B-92E2-80AFC36836C0}"/>
    <dgm:cxn modelId="{4698F21D-7C15-47B0-872F-9EF15F0FDA4B}" type="presOf" srcId="{B6AAF2AA-0DF6-4A82-9F70-C11AA30EA93A}" destId="{8DC5A96C-FF91-48A0-9FF7-12814DBD4512}" srcOrd="1" destOrd="0" presId="urn:microsoft.com/office/officeart/2016/7/layout/LinearBlockProcessNumbered"/>
    <dgm:cxn modelId="{0D00C723-4A13-47EA-A637-67EA0161D2B1}" type="presOf" srcId="{5A69DA16-0928-4891-8C58-1F35E170E08D}" destId="{9C8700DE-ED29-42D4-B4FE-F8E24B40E763}" srcOrd="1" destOrd="0" presId="urn:microsoft.com/office/officeart/2016/7/layout/LinearBlockProcessNumbered"/>
    <dgm:cxn modelId="{B2EFB12E-A699-430F-9A2D-792BB2A4B123}" type="presOf" srcId="{63A9CA01-CB13-429B-92E2-80AFC36836C0}" destId="{53EA5E92-15FA-4DE2-B730-228201B73382}" srcOrd="0" destOrd="0" presId="urn:microsoft.com/office/officeart/2016/7/layout/LinearBlockProcessNumbered"/>
    <dgm:cxn modelId="{D9BC0D47-97D6-4E46-9533-551EDBBD8DE3}" type="presOf" srcId="{5A69DA16-0928-4891-8C58-1F35E170E08D}" destId="{E9532C87-4984-474E-A169-180E11930E2E}" srcOrd="0" destOrd="0" presId="urn:microsoft.com/office/officeart/2016/7/layout/LinearBlockProcessNumbered"/>
    <dgm:cxn modelId="{E691C568-B3DC-4D50-9163-3A9CE24D0B4B}" type="presOf" srcId="{DF435863-3D79-4127-AB65-CB8075477EC3}" destId="{453CFC6F-7DCB-4619-9551-979BFA59D569}" srcOrd="0" destOrd="0" presId="urn:microsoft.com/office/officeart/2016/7/layout/LinearBlockProcessNumbered"/>
    <dgm:cxn modelId="{1A3D354D-6169-49BE-AC6C-6835EBC5A5C3}" srcId="{DF435863-3D79-4127-AB65-CB8075477EC3}" destId="{B6AAF2AA-0DF6-4A82-9F70-C11AA30EA93A}" srcOrd="0" destOrd="0" parTransId="{BCD64801-450E-4B97-BB2E-3B31D08DA4C4}" sibTransId="{1D3E6E95-3EBD-4981-BF0F-7A83EB6958B0}"/>
    <dgm:cxn modelId="{37D6FBA3-D73A-46E8-9950-2A6ABDB527D8}" type="presOf" srcId="{B6AAF2AA-0DF6-4A82-9F70-C11AA30EA93A}" destId="{1A5CD9E7-7F39-4FAB-9533-5B6EA96BAD93}" srcOrd="0" destOrd="0" presId="urn:microsoft.com/office/officeart/2016/7/layout/LinearBlockProcessNumbered"/>
    <dgm:cxn modelId="{836349DC-A480-463E-97D3-769AB5707813}" type="presOf" srcId="{1D3E6E95-3EBD-4981-BF0F-7A83EB6958B0}" destId="{334F9874-2F88-41E1-8F04-A475DF58639A}" srcOrd="0" destOrd="0" presId="urn:microsoft.com/office/officeart/2016/7/layout/LinearBlockProcessNumbered"/>
    <dgm:cxn modelId="{D0F501B8-4CBD-4D9F-8F27-E89DB86B94D5}" type="presParOf" srcId="{453CFC6F-7DCB-4619-9551-979BFA59D569}" destId="{9393900C-923A-4F56-8037-33366047B30C}" srcOrd="0" destOrd="0" presId="urn:microsoft.com/office/officeart/2016/7/layout/LinearBlockProcessNumbered"/>
    <dgm:cxn modelId="{7EDFD5BB-768A-4342-9353-78195527D7A5}" type="presParOf" srcId="{9393900C-923A-4F56-8037-33366047B30C}" destId="{1A5CD9E7-7F39-4FAB-9533-5B6EA96BAD93}" srcOrd="0" destOrd="0" presId="urn:microsoft.com/office/officeart/2016/7/layout/LinearBlockProcessNumbered"/>
    <dgm:cxn modelId="{7AC1306F-BE52-4E39-98E8-D180D2B08B71}" type="presParOf" srcId="{9393900C-923A-4F56-8037-33366047B30C}" destId="{334F9874-2F88-41E1-8F04-A475DF58639A}" srcOrd="1" destOrd="0" presId="urn:microsoft.com/office/officeart/2016/7/layout/LinearBlockProcessNumbered"/>
    <dgm:cxn modelId="{7E120D93-26C5-4A93-B90B-AD8B9B4596F5}" type="presParOf" srcId="{9393900C-923A-4F56-8037-33366047B30C}" destId="{8DC5A96C-FF91-48A0-9FF7-12814DBD4512}" srcOrd="2" destOrd="0" presId="urn:microsoft.com/office/officeart/2016/7/layout/LinearBlockProcessNumbered"/>
    <dgm:cxn modelId="{E3BA1AEA-403F-4E19-948D-44119CA49ACD}" type="presParOf" srcId="{453CFC6F-7DCB-4619-9551-979BFA59D569}" destId="{DE08D514-9245-436D-825B-B503F76A0DDD}" srcOrd="1" destOrd="0" presId="urn:microsoft.com/office/officeart/2016/7/layout/LinearBlockProcessNumbered"/>
    <dgm:cxn modelId="{C6C4409F-0231-4CE3-A168-4E3E122F833B}" type="presParOf" srcId="{453CFC6F-7DCB-4619-9551-979BFA59D569}" destId="{74ED7652-6B1B-4BA5-9F33-99AB5452F2AA}" srcOrd="2" destOrd="0" presId="urn:microsoft.com/office/officeart/2016/7/layout/LinearBlockProcessNumbered"/>
    <dgm:cxn modelId="{FCB1A08F-C3FA-448F-8FD5-98AB85CD1B82}" type="presParOf" srcId="{74ED7652-6B1B-4BA5-9F33-99AB5452F2AA}" destId="{E9532C87-4984-474E-A169-180E11930E2E}" srcOrd="0" destOrd="0" presId="urn:microsoft.com/office/officeart/2016/7/layout/LinearBlockProcessNumbered"/>
    <dgm:cxn modelId="{CFF483C5-A915-4A86-9C20-39DC11A2F890}" type="presParOf" srcId="{74ED7652-6B1B-4BA5-9F33-99AB5452F2AA}" destId="{53EA5E92-15FA-4DE2-B730-228201B73382}" srcOrd="1" destOrd="0" presId="urn:microsoft.com/office/officeart/2016/7/layout/LinearBlockProcessNumbered"/>
    <dgm:cxn modelId="{304F3FDA-89D5-408F-A310-A88FF679B0B4}" type="presParOf" srcId="{74ED7652-6B1B-4BA5-9F33-99AB5452F2AA}" destId="{9C8700DE-ED29-42D4-B4FE-F8E24B40E76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7AE12A-904B-4237-834B-E05C612D0C0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6B18F9-FD26-44CB-B97A-65C38C2BF1B7}">
      <dgm:prSet/>
      <dgm:spPr/>
      <dgm:t>
        <a:bodyPr/>
        <a:lstStyle/>
        <a:p>
          <a:r>
            <a:rPr lang="en-US"/>
            <a:t>If-else statements for making decisions.</a:t>
          </a:r>
        </a:p>
      </dgm:t>
    </dgm:pt>
    <dgm:pt modelId="{42996660-F0EC-4DC3-B0C0-E2756E387F66}" type="parTrans" cxnId="{4FADD342-29E9-4737-8D31-7933B9E8A9EF}">
      <dgm:prSet/>
      <dgm:spPr/>
      <dgm:t>
        <a:bodyPr/>
        <a:lstStyle/>
        <a:p>
          <a:endParaRPr lang="en-US"/>
        </a:p>
      </dgm:t>
    </dgm:pt>
    <dgm:pt modelId="{146C3C8E-476A-41B5-A54E-F97DE25884C1}" type="sibTrans" cxnId="{4FADD342-29E9-4737-8D31-7933B9E8A9EF}">
      <dgm:prSet/>
      <dgm:spPr/>
      <dgm:t>
        <a:bodyPr/>
        <a:lstStyle/>
        <a:p>
          <a:endParaRPr lang="en-US"/>
        </a:p>
      </dgm:t>
    </dgm:pt>
    <dgm:pt modelId="{F5C6C65C-C98B-4918-B8B0-2803C55E3970}">
      <dgm:prSet/>
      <dgm:spPr/>
      <dgm:t>
        <a:bodyPr/>
        <a:lstStyle/>
        <a:p>
          <a:r>
            <a:rPr lang="en-US"/>
            <a:t>Looping constructs (for and while loops).</a:t>
          </a:r>
        </a:p>
      </dgm:t>
    </dgm:pt>
    <dgm:pt modelId="{4759F086-FCFB-4050-ADEB-17DF6341AAE7}" type="parTrans" cxnId="{0222B95C-2410-4679-90B7-ED0AF7863DD6}">
      <dgm:prSet/>
      <dgm:spPr/>
      <dgm:t>
        <a:bodyPr/>
        <a:lstStyle/>
        <a:p>
          <a:endParaRPr lang="en-US"/>
        </a:p>
      </dgm:t>
    </dgm:pt>
    <dgm:pt modelId="{026A77D3-DB3B-4800-8D69-EB1D314FC682}" type="sibTrans" cxnId="{0222B95C-2410-4679-90B7-ED0AF7863DD6}">
      <dgm:prSet/>
      <dgm:spPr/>
      <dgm:t>
        <a:bodyPr/>
        <a:lstStyle/>
        <a:p>
          <a:endParaRPr lang="en-US"/>
        </a:p>
      </dgm:t>
    </dgm:pt>
    <dgm:pt modelId="{50AE5387-7B57-4599-84D3-DBE4E59883D7}" type="pres">
      <dgm:prSet presAssocID="{FD7AE12A-904B-4237-834B-E05C612D0C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715795F-92BB-49CB-B6C8-41B2889887ED}" type="pres">
      <dgm:prSet presAssocID="{AF6B18F9-FD26-44CB-B97A-65C38C2BF1B7}" presName="hierRoot1" presStyleCnt="0"/>
      <dgm:spPr/>
    </dgm:pt>
    <dgm:pt modelId="{181837D6-520B-45E5-B1F1-E5CF8D14AA93}" type="pres">
      <dgm:prSet presAssocID="{AF6B18F9-FD26-44CB-B97A-65C38C2BF1B7}" presName="composite" presStyleCnt="0"/>
      <dgm:spPr/>
    </dgm:pt>
    <dgm:pt modelId="{7FA7009A-CD90-431F-9E4D-D5A2E8616498}" type="pres">
      <dgm:prSet presAssocID="{AF6B18F9-FD26-44CB-B97A-65C38C2BF1B7}" presName="background" presStyleLbl="node0" presStyleIdx="0" presStyleCnt="2"/>
      <dgm:spPr/>
    </dgm:pt>
    <dgm:pt modelId="{96B33C70-D513-45CB-ADE4-9AECEA5AE639}" type="pres">
      <dgm:prSet presAssocID="{AF6B18F9-FD26-44CB-B97A-65C38C2BF1B7}" presName="text" presStyleLbl="fgAcc0" presStyleIdx="0" presStyleCnt="2">
        <dgm:presLayoutVars>
          <dgm:chPref val="3"/>
        </dgm:presLayoutVars>
      </dgm:prSet>
      <dgm:spPr/>
    </dgm:pt>
    <dgm:pt modelId="{D66F20DD-F760-4E2D-8B6B-A5C4FDC3631D}" type="pres">
      <dgm:prSet presAssocID="{AF6B18F9-FD26-44CB-B97A-65C38C2BF1B7}" presName="hierChild2" presStyleCnt="0"/>
      <dgm:spPr/>
    </dgm:pt>
    <dgm:pt modelId="{546A2093-ACA4-4F31-8DD7-273E86EF8136}" type="pres">
      <dgm:prSet presAssocID="{F5C6C65C-C98B-4918-B8B0-2803C55E3970}" presName="hierRoot1" presStyleCnt="0"/>
      <dgm:spPr/>
    </dgm:pt>
    <dgm:pt modelId="{783330F3-5B05-4F44-A556-651E1B7F4F0A}" type="pres">
      <dgm:prSet presAssocID="{F5C6C65C-C98B-4918-B8B0-2803C55E3970}" presName="composite" presStyleCnt="0"/>
      <dgm:spPr/>
    </dgm:pt>
    <dgm:pt modelId="{F834D931-D9D2-4B06-96C1-3C4431A00DBD}" type="pres">
      <dgm:prSet presAssocID="{F5C6C65C-C98B-4918-B8B0-2803C55E3970}" presName="background" presStyleLbl="node0" presStyleIdx="1" presStyleCnt="2"/>
      <dgm:spPr/>
    </dgm:pt>
    <dgm:pt modelId="{EE417C3F-401B-43B0-B3A6-5CA3AA89FE2A}" type="pres">
      <dgm:prSet presAssocID="{F5C6C65C-C98B-4918-B8B0-2803C55E3970}" presName="text" presStyleLbl="fgAcc0" presStyleIdx="1" presStyleCnt="2">
        <dgm:presLayoutVars>
          <dgm:chPref val="3"/>
        </dgm:presLayoutVars>
      </dgm:prSet>
      <dgm:spPr/>
    </dgm:pt>
    <dgm:pt modelId="{B8EEF4AF-EB5F-4214-B9D2-201AE7830B05}" type="pres">
      <dgm:prSet presAssocID="{F5C6C65C-C98B-4918-B8B0-2803C55E3970}" presName="hierChild2" presStyleCnt="0"/>
      <dgm:spPr/>
    </dgm:pt>
  </dgm:ptLst>
  <dgm:cxnLst>
    <dgm:cxn modelId="{C6B1BF33-12DC-4F92-903F-4FD095CDCE72}" type="presOf" srcId="{AF6B18F9-FD26-44CB-B97A-65C38C2BF1B7}" destId="{96B33C70-D513-45CB-ADE4-9AECEA5AE639}" srcOrd="0" destOrd="0" presId="urn:microsoft.com/office/officeart/2005/8/layout/hierarchy1"/>
    <dgm:cxn modelId="{0222B95C-2410-4679-90B7-ED0AF7863DD6}" srcId="{FD7AE12A-904B-4237-834B-E05C612D0C09}" destId="{F5C6C65C-C98B-4918-B8B0-2803C55E3970}" srcOrd="1" destOrd="0" parTransId="{4759F086-FCFB-4050-ADEB-17DF6341AAE7}" sibTransId="{026A77D3-DB3B-4800-8D69-EB1D314FC682}"/>
    <dgm:cxn modelId="{4FADD342-29E9-4737-8D31-7933B9E8A9EF}" srcId="{FD7AE12A-904B-4237-834B-E05C612D0C09}" destId="{AF6B18F9-FD26-44CB-B97A-65C38C2BF1B7}" srcOrd="0" destOrd="0" parTransId="{42996660-F0EC-4DC3-B0C0-E2756E387F66}" sibTransId="{146C3C8E-476A-41B5-A54E-F97DE25884C1}"/>
    <dgm:cxn modelId="{EF3F92A7-74F6-4EC4-9641-B06A77CF65CB}" type="presOf" srcId="{FD7AE12A-904B-4237-834B-E05C612D0C09}" destId="{50AE5387-7B57-4599-84D3-DBE4E59883D7}" srcOrd="0" destOrd="0" presId="urn:microsoft.com/office/officeart/2005/8/layout/hierarchy1"/>
    <dgm:cxn modelId="{7734D2E3-6ED3-418B-B666-6A5400BCDB23}" type="presOf" srcId="{F5C6C65C-C98B-4918-B8B0-2803C55E3970}" destId="{EE417C3F-401B-43B0-B3A6-5CA3AA89FE2A}" srcOrd="0" destOrd="0" presId="urn:microsoft.com/office/officeart/2005/8/layout/hierarchy1"/>
    <dgm:cxn modelId="{ECAFB4FD-7D95-4832-844B-27443AED8BC3}" type="presParOf" srcId="{50AE5387-7B57-4599-84D3-DBE4E59883D7}" destId="{3715795F-92BB-49CB-B6C8-41B2889887ED}" srcOrd="0" destOrd="0" presId="urn:microsoft.com/office/officeart/2005/8/layout/hierarchy1"/>
    <dgm:cxn modelId="{DB7D4276-2A63-40B4-9502-380D82E06ECF}" type="presParOf" srcId="{3715795F-92BB-49CB-B6C8-41B2889887ED}" destId="{181837D6-520B-45E5-B1F1-E5CF8D14AA93}" srcOrd="0" destOrd="0" presId="urn:microsoft.com/office/officeart/2005/8/layout/hierarchy1"/>
    <dgm:cxn modelId="{CADB2000-8E41-44F5-88B3-7030E0EAB5FA}" type="presParOf" srcId="{181837D6-520B-45E5-B1F1-E5CF8D14AA93}" destId="{7FA7009A-CD90-431F-9E4D-D5A2E8616498}" srcOrd="0" destOrd="0" presId="urn:microsoft.com/office/officeart/2005/8/layout/hierarchy1"/>
    <dgm:cxn modelId="{90FC079F-B2F5-4774-8278-D55D39952B5E}" type="presParOf" srcId="{181837D6-520B-45E5-B1F1-E5CF8D14AA93}" destId="{96B33C70-D513-45CB-ADE4-9AECEA5AE639}" srcOrd="1" destOrd="0" presId="urn:microsoft.com/office/officeart/2005/8/layout/hierarchy1"/>
    <dgm:cxn modelId="{1B283EF6-0BD2-49CB-83B9-91A78101FAB0}" type="presParOf" srcId="{3715795F-92BB-49CB-B6C8-41B2889887ED}" destId="{D66F20DD-F760-4E2D-8B6B-A5C4FDC3631D}" srcOrd="1" destOrd="0" presId="urn:microsoft.com/office/officeart/2005/8/layout/hierarchy1"/>
    <dgm:cxn modelId="{24276867-5A00-42C5-8EE7-526D15671E45}" type="presParOf" srcId="{50AE5387-7B57-4599-84D3-DBE4E59883D7}" destId="{546A2093-ACA4-4F31-8DD7-273E86EF8136}" srcOrd="1" destOrd="0" presId="urn:microsoft.com/office/officeart/2005/8/layout/hierarchy1"/>
    <dgm:cxn modelId="{B7592703-5FF1-4F88-8629-DA49CF86EA4A}" type="presParOf" srcId="{546A2093-ACA4-4F31-8DD7-273E86EF8136}" destId="{783330F3-5B05-4F44-A556-651E1B7F4F0A}" srcOrd="0" destOrd="0" presId="urn:microsoft.com/office/officeart/2005/8/layout/hierarchy1"/>
    <dgm:cxn modelId="{0A2E125A-7B13-49CE-B4EE-3EF5128CF1F3}" type="presParOf" srcId="{783330F3-5B05-4F44-A556-651E1B7F4F0A}" destId="{F834D931-D9D2-4B06-96C1-3C4431A00DBD}" srcOrd="0" destOrd="0" presId="urn:microsoft.com/office/officeart/2005/8/layout/hierarchy1"/>
    <dgm:cxn modelId="{0780E963-F02A-494A-BD36-011E95C9D9A3}" type="presParOf" srcId="{783330F3-5B05-4F44-A556-651E1B7F4F0A}" destId="{EE417C3F-401B-43B0-B3A6-5CA3AA89FE2A}" srcOrd="1" destOrd="0" presId="urn:microsoft.com/office/officeart/2005/8/layout/hierarchy1"/>
    <dgm:cxn modelId="{7FFD70B4-B74E-4E9E-8F08-48B86E4ACA79}" type="presParOf" srcId="{546A2093-ACA4-4F31-8DD7-273E86EF8136}" destId="{B8EEF4AF-EB5F-4214-B9D2-201AE7830B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409E5D-7424-4C4A-ABD9-5A3BFE1D688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1FAEA15-C0D1-4928-BC28-3A3A6D23ED8F}">
      <dgm:prSet/>
      <dgm:spPr/>
      <dgm:t>
        <a:bodyPr/>
        <a:lstStyle/>
        <a:p>
          <a:r>
            <a:rPr lang="en-US"/>
            <a:t>String basics and common methods.</a:t>
          </a:r>
        </a:p>
      </dgm:t>
    </dgm:pt>
    <dgm:pt modelId="{8B43CED5-AD11-4B2B-956A-EC98106281A1}" type="parTrans" cxnId="{B9312F8B-4E50-4CF9-876C-ACA42B798938}">
      <dgm:prSet/>
      <dgm:spPr/>
      <dgm:t>
        <a:bodyPr/>
        <a:lstStyle/>
        <a:p>
          <a:endParaRPr lang="en-US"/>
        </a:p>
      </dgm:t>
    </dgm:pt>
    <dgm:pt modelId="{8D4E9BFB-C680-4AC7-8B28-61FEE2E9F812}" type="sibTrans" cxnId="{B9312F8B-4E50-4CF9-876C-ACA42B798938}">
      <dgm:prSet/>
      <dgm:spPr/>
      <dgm:t>
        <a:bodyPr/>
        <a:lstStyle/>
        <a:p>
          <a:endParaRPr lang="en-US"/>
        </a:p>
      </dgm:t>
    </dgm:pt>
    <dgm:pt modelId="{0E6CD6C9-A98E-4175-8181-78780EB1CFB4}">
      <dgm:prSet/>
      <dgm:spPr/>
      <dgm:t>
        <a:bodyPr/>
        <a:lstStyle/>
        <a:p>
          <a:r>
            <a:rPr lang="en-US"/>
            <a:t>Checking the length and accessing characters.</a:t>
          </a:r>
        </a:p>
      </dgm:t>
    </dgm:pt>
    <dgm:pt modelId="{B50CF6C2-35AD-4894-A127-EED593268DF1}" type="parTrans" cxnId="{FCDEE320-34DB-4B73-BE55-5BDF4DA9C2CE}">
      <dgm:prSet/>
      <dgm:spPr/>
      <dgm:t>
        <a:bodyPr/>
        <a:lstStyle/>
        <a:p>
          <a:endParaRPr lang="en-US"/>
        </a:p>
      </dgm:t>
    </dgm:pt>
    <dgm:pt modelId="{79153F0C-DE0C-4351-8778-CDAFCDEFD392}" type="sibTrans" cxnId="{FCDEE320-34DB-4B73-BE55-5BDF4DA9C2CE}">
      <dgm:prSet/>
      <dgm:spPr/>
      <dgm:t>
        <a:bodyPr/>
        <a:lstStyle/>
        <a:p>
          <a:endParaRPr lang="en-US"/>
        </a:p>
      </dgm:t>
    </dgm:pt>
    <dgm:pt modelId="{A1E3504D-2B82-4B4D-A795-D67425D970D4}" type="pres">
      <dgm:prSet presAssocID="{54409E5D-7424-4C4A-ABD9-5A3BFE1D688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C7FEAC-62A6-43CF-B7C3-0C6326E8174D}" type="pres">
      <dgm:prSet presAssocID="{81FAEA15-C0D1-4928-BC28-3A3A6D23ED8F}" presName="hierRoot1" presStyleCnt="0"/>
      <dgm:spPr/>
    </dgm:pt>
    <dgm:pt modelId="{82E6305A-B448-46C0-A804-714097F595B3}" type="pres">
      <dgm:prSet presAssocID="{81FAEA15-C0D1-4928-BC28-3A3A6D23ED8F}" presName="composite" presStyleCnt="0"/>
      <dgm:spPr/>
    </dgm:pt>
    <dgm:pt modelId="{F5CFE12A-50D2-4B97-AC7C-E0E63B0A6130}" type="pres">
      <dgm:prSet presAssocID="{81FAEA15-C0D1-4928-BC28-3A3A6D23ED8F}" presName="background" presStyleLbl="node0" presStyleIdx="0" presStyleCnt="2"/>
      <dgm:spPr/>
    </dgm:pt>
    <dgm:pt modelId="{354DFE29-3F0C-4F72-B782-329BCDD6AF4E}" type="pres">
      <dgm:prSet presAssocID="{81FAEA15-C0D1-4928-BC28-3A3A6D23ED8F}" presName="text" presStyleLbl="fgAcc0" presStyleIdx="0" presStyleCnt="2">
        <dgm:presLayoutVars>
          <dgm:chPref val="3"/>
        </dgm:presLayoutVars>
      </dgm:prSet>
      <dgm:spPr/>
    </dgm:pt>
    <dgm:pt modelId="{07D98A67-5FD1-4CDA-9B42-B7DEE08213C3}" type="pres">
      <dgm:prSet presAssocID="{81FAEA15-C0D1-4928-BC28-3A3A6D23ED8F}" presName="hierChild2" presStyleCnt="0"/>
      <dgm:spPr/>
    </dgm:pt>
    <dgm:pt modelId="{41B1A2AA-4348-4A97-9776-1809485FE826}" type="pres">
      <dgm:prSet presAssocID="{0E6CD6C9-A98E-4175-8181-78780EB1CFB4}" presName="hierRoot1" presStyleCnt="0"/>
      <dgm:spPr/>
    </dgm:pt>
    <dgm:pt modelId="{2AC10E2C-353C-4E51-AC7B-A2892BE5B747}" type="pres">
      <dgm:prSet presAssocID="{0E6CD6C9-A98E-4175-8181-78780EB1CFB4}" presName="composite" presStyleCnt="0"/>
      <dgm:spPr/>
    </dgm:pt>
    <dgm:pt modelId="{25C68851-C982-4FFB-A743-AEEF1A20BD8D}" type="pres">
      <dgm:prSet presAssocID="{0E6CD6C9-A98E-4175-8181-78780EB1CFB4}" presName="background" presStyleLbl="node0" presStyleIdx="1" presStyleCnt="2"/>
      <dgm:spPr/>
    </dgm:pt>
    <dgm:pt modelId="{AC4D878A-6952-4ABF-8CB0-CEC7F58804AA}" type="pres">
      <dgm:prSet presAssocID="{0E6CD6C9-A98E-4175-8181-78780EB1CFB4}" presName="text" presStyleLbl="fgAcc0" presStyleIdx="1" presStyleCnt="2">
        <dgm:presLayoutVars>
          <dgm:chPref val="3"/>
        </dgm:presLayoutVars>
      </dgm:prSet>
      <dgm:spPr/>
    </dgm:pt>
    <dgm:pt modelId="{F01DF804-2031-4EFC-B984-C69468911164}" type="pres">
      <dgm:prSet presAssocID="{0E6CD6C9-A98E-4175-8181-78780EB1CFB4}" presName="hierChild2" presStyleCnt="0"/>
      <dgm:spPr/>
    </dgm:pt>
  </dgm:ptLst>
  <dgm:cxnLst>
    <dgm:cxn modelId="{CD50D70E-4DA5-4B56-B976-42C49CCB857D}" type="presOf" srcId="{0E6CD6C9-A98E-4175-8181-78780EB1CFB4}" destId="{AC4D878A-6952-4ABF-8CB0-CEC7F58804AA}" srcOrd="0" destOrd="0" presId="urn:microsoft.com/office/officeart/2005/8/layout/hierarchy1"/>
    <dgm:cxn modelId="{FCDEE320-34DB-4B73-BE55-5BDF4DA9C2CE}" srcId="{54409E5D-7424-4C4A-ABD9-5A3BFE1D688F}" destId="{0E6CD6C9-A98E-4175-8181-78780EB1CFB4}" srcOrd="1" destOrd="0" parTransId="{B50CF6C2-35AD-4894-A127-EED593268DF1}" sibTransId="{79153F0C-DE0C-4351-8778-CDAFCDEFD392}"/>
    <dgm:cxn modelId="{C9F2F96D-B809-4923-90C2-B45CB9BE84BA}" type="presOf" srcId="{54409E5D-7424-4C4A-ABD9-5A3BFE1D688F}" destId="{A1E3504D-2B82-4B4D-A795-D67425D970D4}" srcOrd="0" destOrd="0" presId="urn:microsoft.com/office/officeart/2005/8/layout/hierarchy1"/>
    <dgm:cxn modelId="{B9312F8B-4E50-4CF9-876C-ACA42B798938}" srcId="{54409E5D-7424-4C4A-ABD9-5A3BFE1D688F}" destId="{81FAEA15-C0D1-4928-BC28-3A3A6D23ED8F}" srcOrd="0" destOrd="0" parTransId="{8B43CED5-AD11-4B2B-956A-EC98106281A1}" sibTransId="{8D4E9BFB-C680-4AC7-8B28-61FEE2E9F812}"/>
    <dgm:cxn modelId="{1D3079AB-57BE-479D-BF2F-75248D4ECCA2}" type="presOf" srcId="{81FAEA15-C0D1-4928-BC28-3A3A6D23ED8F}" destId="{354DFE29-3F0C-4F72-B782-329BCDD6AF4E}" srcOrd="0" destOrd="0" presId="urn:microsoft.com/office/officeart/2005/8/layout/hierarchy1"/>
    <dgm:cxn modelId="{FF7FB0CC-3A54-4D82-99D7-5D8049A9EC62}" type="presParOf" srcId="{A1E3504D-2B82-4B4D-A795-D67425D970D4}" destId="{EDC7FEAC-62A6-43CF-B7C3-0C6326E8174D}" srcOrd="0" destOrd="0" presId="urn:microsoft.com/office/officeart/2005/8/layout/hierarchy1"/>
    <dgm:cxn modelId="{932B8E54-8068-4521-8FF3-6B2A0B5FCD2A}" type="presParOf" srcId="{EDC7FEAC-62A6-43CF-B7C3-0C6326E8174D}" destId="{82E6305A-B448-46C0-A804-714097F595B3}" srcOrd="0" destOrd="0" presId="urn:microsoft.com/office/officeart/2005/8/layout/hierarchy1"/>
    <dgm:cxn modelId="{4025BD55-E647-41B0-BA69-46D7F72B5DD7}" type="presParOf" srcId="{82E6305A-B448-46C0-A804-714097F595B3}" destId="{F5CFE12A-50D2-4B97-AC7C-E0E63B0A6130}" srcOrd="0" destOrd="0" presId="urn:microsoft.com/office/officeart/2005/8/layout/hierarchy1"/>
    <dgm:cxn modelId="{B2D64715-4CC8-4BE7-B930-AB6E9A952366}" type="presParOf" srcId="{82E6305A-B448-46C0-A804-714097F595B3}" destId="{354DFE29-3F0C-4F72-B782-329BCDD6AF4E}" srcOrd="1" destOrd="0" presId="urn:microsoft.com/office/officeart/2005/8/layout/hierarchy1"/>
    <dgm:cxn modelId="{CA2CAEA5-BE20-498A-8DA3-174A14C4CD84}" type="presParOf" srcId="{EDC7FEAC-62A6-43CF-B7C3-0C6326E8174D}" destId="{07D98A67-5FD1-4CDA-9B42-B7DEE08213C3}" srcOrd="1" destOrd="0" presId="urn:microsoft.com/office/officeart/2005/8/layout/hierarchy1"/>
    <dgm:cxn modelId="{DAC5BD13-FC62-42F3-97A0-4DA0572F71F2}" type="presParOf" srcId="{A1E3504D-2B82-4B4D-A795-D67425D970D4}" destId="{41B1A2AA-4348-4A97-9776-1809485FE826}" srcOrd="1" destOrd="0" presId="urn:microsoft.com/office/officeart/2005/8/layout/hierarchy1"/>
    <dgm:cxn modelId="{1205C079-AADB-47FF-A47F-C777747A6D6C}" type="presParOf" srcId="{41B1A2AA-4348-4A97-9776-1809485FE826}" destId="{2AC10E2C-353C-4E51-AC7B-A2892BE5B747}" srcOrd="0" destOrd="0" presId="urn:microsoft.com/office/officeart/2005/8/layout/hierarchy1"/>
    <dgm:cxn modelId="{9C561467-02C0-4839-97AE-1071CC726BB3}" type="presParOf" srcId="{2AC10E2C-353C-4E51-AC7B-A2892BE5B747}" destId="{25C68851-C982-4FFB-A743-AEEF1A20BD8D}" srcOrd="0" destOrd="0" presId="urn:microsoft.com/office/officeart/2005/8/layout/hierarchy1"/>
    <dgm:cxn modelId="{11694F02-9E96-41D4-A9B2-0293C372D98A}" type="presParOf" srcId="{2AC10E2C-353C-4E51-AC7B-A2892BE5B747}" destId="{AC4D878A-6952-4ABF-8CB0-CEC7F58804AA}" srcOrd="1" destOrd="0" presId="urn:microsoft.com/office/officeart/2005/8/layout/hierarchy1"/>
    <dgm:cxn modelId="{B4EA0412-8B4A-4335-8D93-24E317E0A0F8}" type="presParOf" srcId="{41B1A2AA-4348-4A97-9776-1809485FE826}" destId="{F01DF804-2031-4EFC-B984-C6946891116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BBE5F8-71C8-4DA0-BD9C-E7BABA56C65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76D90F-93E0-46AD-8D33-A8FACE68ACE3}">
      <dgm:prSet/>
      <dgm:spPr/>
      <dgm:t>
        <a:bodyPr/>
        <a:lstStyle/>
        <a:p>
          <a:r>
            <a:rPr lang="en-US"/>
            <a:t>Overview of the Character class.</a:t>
          </a:r>
        </a:p>
      </dgm:t>
    </dgm:pt>
    <dgm:pt modelId="{570F909E-AFB7-4F7C-BF4F-91886AD1959E}" type="parTrans" cxnId="{9F317226-DC4E-4E63-908B-7F194B0E146B}">
      <dgm:prSet/>
      <dgm:spPr/>
      <dgm:t>
        <a:bodyPr/>
        <a:lstStyle/>
        <a:p>
          <a:endParaRPr lang="en-US"/>
        </a:p>
      </dgm:t>
    </dgm:pt>
    <dgm:pt modelId="{96072887-1D89-4157-8587-8EB48D4C3E38}" type="sibTrans" cxnId="{9F317226-DC4E-4E63-908B-7F194B0E146B}">
      <dgm:prSet/>
      <dgm:spPr/>
      <dgm:t>
        <a:bodyPr/>
        <a:lstStyle/>
        <a:p>
          <a:endParaRPr lang="en-US"/>
        </a:p>
      </dgm:t>
    </dgm:pt>
    <dgm:pt modelId="{E00373B6-FF90-48B2-BC28-1AA9AA61388D}">
      <dgm:prSet/>
      <dgm:spPr/>
      <dgm:t>
        <a:bodyPr/>
        <a:lstStyle/>
        <a:p>
          <a:r>
            <a:rPr lang="en-US"/>
            <a:t>Using isUpperCase(), isLowerCase(), and isDigit() methods.</a:t>
          </a:r>
        </a:p>
      </dgm:t>
    </dgm:pt>
    <dgm:pt modelId="{CC0EA8C2-56C2-462A-A073-07FD0E1124CF}" type="parTrans" cxnId="{8FE97900-717B-4D52-9FF4-75C1E9CF11A9}">
      <dgm:prSet/>
      <dgm:spPr/>
      <dgm:t>
        <a:bodyPr/>
        <a:lstStyle/>
        <a:p>
          <a:endParaRPr lang="en-US"/>
        </a:p>
      </dgm:t>
    </dgm:pt>
    <dgm:pt modelId="{7EC63DD5-0C5F-4F09-9AE9-62A731E9D926}" type="sibTrans" cxnId="{8FE97900-717B-4D52-9FF4-75C1E9CF11A9}">
      <dgm:prSet/>
      <dgm:spPr/>
      <dgm:t>
        <a:bodyPr/>
        <a:lstStyle/>
        <a:p>
          <a:endParaRPr lang="en-US"/>
        </a:p>
      </dgm:t>
    </dgm:pt>
    <dgm:pt modelId="{7D963CD5-4E24-42A4-A385-A2E46A4E0C45}" type="pres">
      <dgm:prSet presAssocID="{D3BBE5F8-71C8-4DA0-BD9C-E7BABA56C65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81ACC6-0231-4859-BE83-E1CC659A748A}" type="pres">
      <dgm:prSet presAssocID="{E476D90F-93E0-46AD-8D33-A8FACE68ACE3}" presName="hierRoot1" presStyleCnt="0"/>
      <dgm:spPr/>
    </dgm:pt>
    <dgm:pt modelId="{4727EF0D-D933-4E67-B8A9-D5120949FB50}" type="pres">
      <dgm:prSet presAssocID="{E476D90F-93E0-46AD-8D33-A8FACE68ACE3}" presName="composite" presStyleCnt="0"/>
      <dgm:spPr/>
    </dgm:pt>
    <dgm:pt modelId="{39BFAB3F-8ED7-4ADC-87EC-A7CC0ACC1050}" type="pres">
      <dgm:prSet presAssocID="{E476D90F-93E0-46AD-8D33-A8FACE68ACE3}" presName="background" presStyleLbl="node0" presStyleIdx="0" presStyleCnt="2"/>
      <dgm:spPr/>
    </dgm:pt>
    <dgm:pt modelId="{DE1E0B2A-F19D-4807-B150-BA14E673033C}" type="pres">
      <dgm:prSet presAssocID="{E476D90F-93E0-46AD-8D33-A8FACE68ACE3}" presName="text" presStyleLbl="fgAcc0" presStyleIdx="0" presStyleCnt="2">
        <dgm:presLayoutVars>
          <dgm:chPref val="3"/>
        </dgm:presLayoutVars>
      </dgm:prSet>
      <dgm:spPr/>
    </dgm:pt>
    <dgm:pt modelId="{F2A1F3B5-B8C3-429B-AAF4-792A57C71DA0}" type="pres">
      <dgm:prSet presAssocID="{E476D90F-93E0-46AD-8D33-A8FACE68ACE3}" presName="hierChild2" presStyleCnt="0"/>
      <dgm:spPr/>
    </dgm:pt>
    <dgm:pt modelId="{E069AC4E-B8D9-4EED-B6DC-9EF19A5C6B19}" type="pres">
      <dgm:prSet presAssocID="{E00373B6-FF90-48B2-BC28-1AA9AA61388D}" presName="hierRoot1" presStyleCnt="0"/>
      <dgm:spPr/>
    </dgm:pt>
    <dgm:pt modelId="{74523661-25C1-4B66-86DC-C1ADBBC65E27}" type="pres">
      <dgm:prSet presAssocID="{E00373B6-FF90-48B2-BC28-1AA9AA61388D}" presName="composite" presStyleCnt="0"/>
      <dgm:spPr/>
    </dgm:pt>
    <dgm:pt modelId="{B8244144-C74D-4D42-9ADD-DF9B8CB745B7}" type="pres">
      <dgm:prSet presAssocID="{E00373B6-FF90-48B2-BC28-1AA9AA61388D}" presName="background" presStyleLbl="node0" presStyleIdx="1" presStyleCnt="2"/>
      <dgm:spPr/>
    </dgm:pt>
    <dgm:pt modelId="{0A473A6F-2B0D-4CA8-8236-3254FB603A3B}" type="pres">
      <dgm:prSet presAssocID="{E00373B6-FF90-48B2-BC28-1AA9AA61388D}" presName="text" presStyleLbl="fgAcc0" presStyleIdx="1" presStyleCnt="2">
        <dgm:presLayoutVars>
          <dgm:chPref val="3"/>
        </dgm:presLayoutVars>
      </dgm:prSet>
      <dgm:spPr/>
    </dgm:pt>
    <dgm:pt modelId="{014C4AC1-C12D-4FD2-BD8F-C8F244152575}" type="pres">
      <dgm:prSet presAssocID="{E00373B6-FF90-48B2-BC28-1AA9AA61388D}" presName="hierChild2" presStyleCnt="0"/>
      <dgm:spPr/>
    </dgm:pt>
  </dgm:ptLst>
  <dgm:cxnLst>
    <dgm:cxn modelId="{8FE97900-717B-4D52-9FF4-75C1E9CF11A9}" srcId="{D3BBE5F8-71C8-4DA0-BD9C-E7BABA56C653}" destId="{E00373B6-FF90-48B2-BC28-1AA9AA61388D}" srcOrd="1" destOrd="0" parTransId="{CC0EA8C2-56C2-462A-A073-07FD0E1124CF}" sibTransId="{7EC63DD5-0C5F-4F09-9AE9-62A731E9D926}"/>
    <dgm:cxn modelId="{9F317226-DC4E-4E63-908B-7F194B0E146B}" srcId="{D3BBE5F8-71C8-4DA0-BD9C-E7BABA56C653}" destId="{E476D90F-93E0-46AD-8D33-A8FACE68ACE3}" srcOrd="0" destOrd="0" parTransId="{570F909E-AFB7-4F7C-BF4F-91886AD1959E}" sibTransId="{96072887-1D89-4157-8587-8EB48D4C3E38}"/>
    <dgm:cxn modelId="{E46CFE8B-73A3-4672-B8F3-301CC723DF90}" type="presOf" srcId="{E476D90F-93E0-46AD-8D33-A8FACE68ACE3}" destId="{DE1E0B2A-F19D-4807-B150-BA14E673033C}" srcOrd="0" destOrd="0" presId="urn:microsoft.com/office/officeart/2005/8/layout/hierarchy1"/>
    <dgm:cxn modelId="{712189AF-2B7D-4599-8EEF-CBA28ED134BE}" type="presOf" srcId="{E00373B6-FF90-48B2-BC28-1AA9AA61388D}" destId="{0A473A6F-2B0D-4CA8-8236-3254FB603A3B}" srcOrd="0" destOrd="0" presId="urn:microsoft.com/office/officeart/2005/8/layout/hierarchy1"/>
    <dgm:cxn modelId="{36ED20C1-5138-4E8A-B2B7-3484914ABAFB}" type="presOf" srcId="{D3BBE5F8-71C8-4DA0-BD9C-E7BABA56C653}" destId="{7D963CD5-4E24-42A4-A385-A2E46A4E0C45}" srcOrd="0" destOrd="0" presId="urn:microsoft.com/office/officeart/2005/8/layout/hierarchy1"/>
    <dgm:cxn modelId="{88325651-3DA2-484E-AA3D-6ABA7D98EB18}" type="presParOf" srcId="{7D963CD5-4E24-42A4-A385-A2E46A4E0C45}" destId="{DC81ACC6-0231-4859-BE83-E1CC659A748A}" srcOrd="0" destOrd="0" presId="urn:microsoft.com/office/officeart/2005/8/layout/hierarchy1"/>
    <dgm:cxn modelId="{6EDCD3FD-78F8-4A2E-8EAF-87389972FBF7}" type="presParOf" srcId="{DC81ACC6-0231-4859-BE83-E1CC659A748A}" destId="{4727EF0D-D933-4E67-B8A9-D5120949FB50}" srcOrd="0" destOrd="0" presId="urn:microsoft.com/office/officeart/2005/8/layout/hierarchy1"/>
    <dgm:cxn modelId="{04D67CA6-DADB-4319-B2C9-0304E00134CE}" type="presParOf" srcId="{4727EF0D-D933-4E67-B8A9-D5120949FB50}" destId="{39BFAB3F-8ED7-4ADC-87EC-A7CC0ACC1050}" srcOrd="0" destOrd="0" presId="urn:microsoft.com/office/officeart/2005/8/layout/hierarchy1"/>
    <dgm:cxn modelId="{7E324CF9-D84B-4F82-A709-1A5982F868E5}" type="presParOf" srcId="{4727EF0D-D933-4E67-B8A9-D5120949FB50}" destId="{DE1E0B2A-F19D-4807-B150-BA14E673033C}" srcOrd="1" destOrd="0" presId="urn:microsoft.com/office/officeart/2005/8/layout/hierarchy1"/>
    <dgm:cxn modelId="{457D0703-7A63-448F-BE43-F9E0407653C9}" type="presParOf" srcId="{DC81ACC6-0231-4859-BE83-E1CC659A748A}" destId="{F2A1F3B5-B8C3-429B-AAF4-792A57C71DA0}" srcOrd="1" destOrd="0" presId="urn:microsoft.com/office/officeart/2005/8/layout/hierarchy1"/>
    <dgm:cxn modelId="{E1811BF4-81C3-4F14-8C54-5115059FB2D5}" type="presParOf" srcId="{7D963CD5-4E24-42A4-A385-A2E46A4E0C45}" destId="{E069AC4E-B8D9-4EED-B6DC-9EF19A5C6B19}" srcOrd="1" destOrd="0" presId="urn:microsoft.com/office/officeart/2005/8/layout/hierarchy1"/>
    <dgm:cxn modelId="{D20758A9-C30E-423B-822D-AEC76664FFD1}" type="presParOf" srcId="{E069AC4E-B8D9-4EED-B6DC-9EF19A5C6B19}" destId="{74523661-25C1-4B66-86DC-C1ADBBC65E27}" srcOrd="0" destOrd="0" presId="urn:microsoft.com/office/officeart/2005/8/layout/hierarchy1"/>
    <dgm:cxn modelId="{816FAE51-A58D-443B-B1AE-8150BDD21310}" type="presParOf" srcId="{74523661-25C1-4B66-86DC-C1ADBBC65E27}" destId="{B8244144-C74D-4D42-9ADD-DF9B8CB745B7}" srcOrd="0" destOrd="0" presId="urn:microsoft.com/office/officeart/2005/8/layout/hierarchy1"/>
    <dgm:cxn modelId="{2FADFCA7-E94B-42B6-B532-136CAB580F38}" type="presParOf" srcId="{74523661-25C1-4B66-86DC-C1ADBBC65E27}" destId="{0A473A6F-2B0D-4CA8-8236-3254FB603A3B}" srcOrd="1" destOrd="0" presId="urn:microsoft.com/office/officeart/2005/8/layout/hierarchy1"/>
    <dgm:cxn modelId="{3207C0AE-BD8C-4068-99BD-5272ABECD03D}" type="presParOf" srcId="{E069AC4E-B8D9-4EED-B6DC-9EF19A5C6B19}" destId="{014C4AC1-C12D-4FD2-BD8F-C8F2441525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3424090-93DF-464C-8E56-17B1F0004EF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F1283C9-BC91-4529-86E2-F54FA8522531}">
      <dgm:prSet/>
      <dgm:spPr/>
      <dgm:t>
        <a:bodyPr/>
        <a:lstStyle/>
        <a:p>
          <a:r>
            <a:rPr lang="en-US"/>
            <a:t>Creating methods to encapsulate functionality.</a:t>
          </a:r>
        </a:p>
      </dgm:t>
    </dgm:pt>
    <dgm:pt modelId="{C132DAAA-25B1-488A-B1CB-66CF2A1AA634}" type="parTrans" cxnId="{B7E94B4E-693C-4B6D-BE79-DC51765B057D}">
      <dgm:prSet/>
      <dgm:spPr/>
      <dgm:t>
        <a:bodyPr/>
        <a:lstStyle/>
        <a:p>
          <a:endParaRPr lang="en-US"/>
        </a:p>
      </dgm:t>
    </dgm:pt>
    <dgm:pt modelId="{939B27B7-E13B-4A98-8FAD-26C551F77B04}" type="sibTrans" cxnId="{B7E94B4E-693C-4B6D-BE79-DC51765B057D}">
      <dgm:prSet/>
      <dgm:spPr/>
      <dgm:t>
        <a:bodyPr/>
        <a:lstStyle/>
        <a:p>
          <a:endParaRPr lang="en-US"/>
        </a:p>
      </dgm:t>
    </dgm:pt>
    <dgm:pt modelId="{7313FB6C-AE17-4919-9B90-1304B4AF6303}">
      <dgm:prSet/>
      <dgm:spPr/>
      <dgm:t>
        <a:bodyPr/>
        <a:lstStyle/>
        <a:p>
          <a:r>
            <a:rPr lang="en-US"/>
            <a:t>Parameters, return types, and calling methods.</a:t>
          </a:r>
        </a:p>
      </dgm:t>
    </dgm:pt>
    <dgm:pt modelId="{D5C292F4-020C-495A-BCFA-F5816E5D692C}" type="parTrans" cxnId="{60C5DBF2-0D00-491C-9625-D0CEB262B2A3}">
      <dgm:prSet/>
      <dgm:spPr/>
      <dgm:t>
        <a:bodyPr/>
        <a:lstStyle/>
        <a:p>
          <a:endParaRPr lang="en-US"/>
        </a:p>
      </dgm:t>
    </dgm:pt>
    <dgm:pt modelId="{838B05D2-05B3-4E57-AF59-22A5C041AC62}" type="sibTrans" cxnId="{60C5DBF2-0D00-491C-9625-D0CEB262B2A3}">
      <dgm:prSet/>
      <dgm:spPr/>
      <dgm:t>
        <a:bodyPr/>
        <a:lstStyle/>
        <a:p>
          <a:endParaRPr lang="en-US"/>
        </a:p>
      </dgm:t>
    </dgm:pt>
    <dgm:pt modelId="{F1474357-3539-4196-8BCC-2AA4DD4F0F62}" type="pres">
      <dgm:prSet presAssocID="{53424090-93DF-464C-8E56-17B1F0004EF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4D0354-D834-4ABF-9AB9-7881B4E986B9}" type="pres">
      <dgm:prSet presAssocID="{DF1283C9-BC91-4529-86E2-F54FA8522531}" presName="hierRoot1" presStyleCnt="0"/>
      <dgm:spPr/>
    </dgm:pt>
    <dgm:pt modelId="{54E586FE-62DD-4409-A2E8-C21E60D9033B}" type="pres">
      <dgm:prSet presAssocID="{DF1283C9-BC91-4529-86E2-F54FA8522531}" presName="composite" presStyleCnt="0"/>
      <dgm:spPr/>
    </dgm:pt>
    <dgm:pt modelId="{A9A6EF5A-5B15-4B0B-B3D2-699B106022E4}" type="pres">
      <dgm:prSet presAssocID="{DF1283C9-BC91-4529-86E2-F54FA8522531}" presName="background" presStyleLbl="node0" presStyleIdx="0" presStyleCnt="2"/>
      <dgm:spPr/>
    </dgm:pt>
    <dgm:pt modelId="{6295FB60-DAD1-4EB2-93A1-62613E7CFCA1}" type="pres">
      <dgm:prSet presAssocID="{DF1283C9-BC91-4529-86E2-F54FA8522531}" presName="text" presStyleLbl="fgAcc0" presStyleIdx="0" presStyleCnt="2">
        <dgm:presLayoutVars>
          <dgm:chPref val="3"/>
        </dgm:presLayoutVars>
      </dgm:prSet>
      <dgm:spPr/>
    </dgm:pt>
    <dgm:pt modelId="{693B596C-A3AD-47DD-8815-99664B60FB85}" type="pres">
      <dgm:prSet presAssocID="{DF1283C9-BC91-4529-86E2-F54FA8522531}" presName="hierChild2" presStyleCnt="0"/>
      <dgm:spPr/>
    </dgm:pt>
    <dgm:pt modelId="{C0B8A5CC-01F4-4EE5-9309-D451CFBFF7CF}" type="pres">
      <dgm:prSet presAssocID="{7313FB6C-AE17-4919-9B90-1304B4AF6303}" presName="hierRoot1" presStyleCnt="0"/>
      <dgm:spPr/>
    </dgm:pt>
    <dgm:pt modelId="{21310F30-D0A4-46F2-A316-DAFF5D4F1D98}" type="pres">
      <dgm:prSet presAssocID="{7313FB6C-AE17-4919-9B90-1304B4AF6303}" presName="composite" presStyleCnt="0"/>
      <dgm:spPr/>
    </dgm:pt>
    <dgm:pt modelId="{0FD9DC96-65E8-42BA-92D5-D4D7959CD443}" type="pres">
      <dgm:prSet presAssocID="{7313FB6C-AE17-4919-9B90-1304B4AF6303}" presName="background" presStyleLbl="node0" presStyleIdx="1" presStyleCnt="2"/>
      <dgm:spPr/>
    </dgm:pt>
    <dgm:pt modelId="{04D3C53A-9473-43E2-9386-2ECD50B7EFA9}" type="pres">
      <dgm:prSet presAssocID="{7313FB6C-AE17-4919-9B90-1304B4AF6303}" presName="text" presStyleLbl="fgAcc0" presStyleIdx="1" presStyleCnt="2">
        <dgm:presLayoutVars>
          <dgm:chPref val="3"/>
        </dgm:presLayoutVars>
      </dgm:prSet>
      <dgm:spPr/>
    </dgm:pt>
    <dgm:pt modelId="{B03A0CF8-713C-41CA-88C3-50537ED2F89B}" type="pres">
      <dgm:prSet presAssocID="{7313FB6C-AE17-4919-9B90-1304B4AF6303}" presName="hierChild2" presStyleCnt="0"/>
      <dgm:spPr/>
    </dgm:pt>
  </dgm:ptLst>
  <dgm:cxnLst>
    <dgm:cxn modelId="{872C8247-73C2-4D83-BB1B-973A4B2CA714}" type="presOf" srcId="{53424090-93DF-464C-8E56-17B1F0004EF4}" destId="{F1474357-3539-4196-8BCC-2AA4DD4F0F62}" srcOrd="0" destOrd="0" presId="urn:microsoft.com/office/officeart/2005/8/layout/hierarchy1"/>
    <dgm:cxn modelId="{B7E94B4E-693C-4B6D-BE79-DC51765B057D}" srcId="{53424090-93DF-464C-8E56-17B1F0004EF4}" destId="{DF1283C9-BC91-4529-86E2-F54FA8522531}" srcOrd="0" destOrd="0" parTransId="{C132DAAA-25B1-488A-B1CB-66CF2A1AA634}" sibTransId="{939B27B7-E13B-4A98-8FAD-26C551F77B04}"/>
    <dgm:cxn modelId="{E9638BAA-B038-4A99-9C29-A81C661F9864}" type="presOf" srcId="{7313FB6C-AE17-4919-9B90-1304B4AF6303}" destId="{04D3C53A-9473-43E2-9386-2ECD50B7EFA9}" srcOrd="0" destOrd="0" presId="urn:microsoft.com/office/officeart/2005/8/layout/hierarchy1"/>
    <dgm:cxn modelId="{97982CC5-C178-4513-B0C9-421B95733D0E}" type="presOf" srcId="{DF1283C9-BC91-4529-86E2-F54FA8522531}" destId="{6295FB60-DAD1-4EB2-93A1-62613E7CFCA1}" srcOrd="0" destOrd="0" presId="urn:microsoft.com/office/officeart/2005/8/layout/hierarchy1"/>
    <dgm:cxn modelId="{60C5DBF2-0D00-491C-9625-D0CEB262B2A3}" srcId="{53424090-93DF-464C-8E56-17B1F0004EF4}" destId="{7313FB6C-AE17-4919-9B90-1304B4AF6303}" srcOrd="1" destOrd="0" parTransId="{D5C292F4-020C-495A-BCFA-F5816E5D692C}" sibTransId="{838B05D2-05B3-4E57-AF59-22A5C041AC62}"/>
    <dgm:cxn modelId="{8E48B578-05A4-4989-BFF6-16B6EFB1C95F}" type="presParOf" srcId="{F1474357-3539-4196-8BCC-2AA4DD4F0F62}" destId="{A54D0354-D834-4ABF-9AB9-7881B4E986B9}" srcOrd="0" destOrd="0" presId="urn:microsoft.com/office/officeart/2005/8/layout/hierarchy1"/>
    <dgm:cxn modelId="{3328CAC9-15D5-40AA-AE80-F2E89D657DA5}" type="presParOf" srcId="{A54D0354-D834-4ABF-9AB9-7881B4E986B9}" destId="{54E586FE-62DD-4409-A2E8-C21E60D9033B}" srcOrd="0" destOrd="0" presId="urn:microsoft.com/office/officeart/2005/8/layout/hierarchy1"/>
    <dgm:cxn modelId="{0595F98F-87F9-431A-99AB-0C0054519338}" type="presParOf" srcId="{54E586FE-62DD-4409-A2E8-C21E60D9033B}" destId="{A9A6EF5A-5B15-4B0B-B3D2-699B106022E4}" srcOrd="0" destOrd="0" presId="urn:microsoft.com/office/officeart/2005/8/layout/hierarchy1"/>
    <dgm:cxn modelId="{7584F03B-3A3D-4BAA-BDE6-E5E28896A979}" type="presParOf" srcId="{54E586FE-62DD-4409-A2E8-C21E60D9033B}" destId="{6295FB60-DAD1-4EB2-93A1-62613E7CFCA1}" srcOrd="1" destOrd="0" presId="urn:microsoft.com/office/officeart/2005/8/layout/hierarchy1"/>
    <dgm:cxn modelId="{2E069F88-4B38-41B1-B4A6-88961AC4D081}" type="presParOf" srcId="{A54D0354-D834-4ABF-9AB9-7881B4E986B9}" destId="{693B596C-A3AD-47DD-8815-99664B60FB85}" srcOrd="1" destOrd="0" presId="urn:microsoft.com/office/officeart/2005/8/layout/hierarchy1"/>
    <dgm:cxn modelId="{EC5CAC9B-FCB9-47FF-8492-8851223A500C}" type="presParOf" srcId="{F1474357-3539-4196-8BCC-2AA4DD4F0F62}" destId="{C0B8A5CC-01F4-4EE5-9309-D451CFBFF7CF}" srcOrd="1" destOrd="0" presId="urn:microsoft.com/office/officeart/2005/8/layout/hierarchy1"/>
    <dgm:cxn modelId="{8F2FBD0C-2FAE-4879-856F-A6313FE6E2EB}" type="presParOf" srcId="{C0B8A5CC-01F4-4EE5-9309-D451CFBFF7CF}" destId="{21310F30-D0A4-46F2-A316-DAFF5D4F1D98}" srcOrd="0" destOrd="0" presId="urn:microsoft.com/office/officeart/2005/8/layout/hierarchy1"/>
    <dgm:cxn modelId="{1DA21D68-EF93-4F56-A5CE-1BEB2B06868D}" type="presParOf" srcId="{21310F30-D0A4-46F2-A316-DAFF5D4F1D98}" destId="{0FD9DC96-65E8-42BA-92D5-D4D7959CD443}" srcOrd="0" destOrd="0" presId="urn:microsoft.com/office/officeart/2005/8/layout/hierarchy1"/>
    <dgm:cxn modelId="{1DD1DC17-4131-44B2-A428-141B9F40A193}" type="presParOf" srcId="{21310F30-D0A4-46F2-A316-DAFF5D4F1D98}" destId="{04D3C53A-9473-43E2-9386-2ECD50B7EFA9}" srcOrd="1" destOrd="0" presId="urn:microsoft.com/office/officeart/2005/8/layout/hierarchy1"/>
    <dgm:cxn modelId="{4CAEBB75-8F1C-4858-845E-49E88CA0A777}" type="presParOf" srcId="{C0B8A5CC-01F4-4EE5-9309-D451CFBFF7CF}" destId="{B03A0CF8-713C-41CA-88C3-50537ED2F89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D39B5A1-557E-432E-9177-FBC72C463F4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DB6247-648C-4F5D-A60A-F9DDF26EBA2C}">
      <dgm:prSet/>
      <dgm:spPr/>
      <dgm:t>
        <a:bodyPr/>
        <a:lstStyle/>
        <a:p>
          <a:r>
            <a:rPr lang="en-US"/>
            <a:t>Combining all the concepts to build the Password Verifier program.</a:t>
          </a:r>
        </a:p>
      </dgm:t>
    </dgm:pt>
    <dgm:pt modelId="{9E38761E-101D-4933-9E9E-8C3352B5EF30}" type="parTrans" cxnId="{9C0917E1-861B-491D-AE46-DC40ABBB05B0}">
      <dgm:prSet/>
      <dgm:spPr/>
      <dgm:t>
        <a:bodyPr/>
        <a:lstStyle/>
        <a:p>
          <a:endParaRPr lang="en-US"/>
        </a:p>
      </dgm:t>
    </dgm:pt>
    <dgm:pt modelId="{2875428F-4812-4142-BC2D-B43F6068181C}" type="sibTrans" cxnId="{9C0917E1-861B-491D-AE46-DC40ABBB05B0}">
      <dgm:prSet/>
      <dgm:spPr/>
      <dgm:t>
        <a:bodyPr/>
        <a:lstStyle/>
        <a:p>
          <a:endParaRPr lang="en-US"/>
        </a:p>
      </dgm:t>
    </dgm:pt>
    <dgm:pt modelId="{5A7FAE56-1B7C-467A-A770-5B2300398EA1}">
      <dgm:prSet/>
      <dgm:spPr/>
      <dgm:t>
        <a:bodyPr/>
        <a:lstStyle/>
        <a:p>
          <a:r>
            <a:rPr lang="en-US"/>
            <a:t>Overview of how each piece fits into the project.</a:t>
          </a:r>
        </a:p>
      </dgm:t>
    </dgm:pt>
    <dgm:pt modelId="{C704E380-9AA3-438A-B5C7-53AC893FB66D}" type="parTrans" cxnId="{1B5A9C48-1598-4935-9230-D09D9C258189}">
      <dgm:prSet/>
      <dgm:spPr/>
      <dgm:t>
        <a:bodyPr/>
        <a:lstStyle/>
        <a:p>
          <a:endParaRPr lang="en-US"/>
        </a:p>
      </dgm:t>
    </dgm:pt>
    <dgm:pt modelId="{2A80DA11-2C46-43CF-B111-F3F67D281F7B}" type="sibTrans" cxnId="{1B5A9C48-1598-4935-9230-D09D9C258189}">
      <dgm:prSet/>
      <dgm:spPr/>
      <dgm:t>
        <a:bodyPr/>
        <a:lstStyle/>
        <a:p>
          <a:endParaRPr lang="en-US"/>
        </a:p>
      </dgm:t>
    </dgm:pt>
    <dgm:pt modelId="{9ED5669A-0B0F-45E8-BE60-6F467C987551}" type="pres">
      <dgm:prSet presAssocID="{1D39B5A1-557E-432E-9177-FBC72C463F4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9AE0C4-AA64-4A5B-8E82-9ACD99B2ECAA}" type="pres">
      <dgm:prSet presAssocID="{C2DB6247-648C-4F5D-A60A-F9DDF26EBA2C}" presName="hierRoot1" presStyleCnt="0"/>
      <dgm:spPr/>
    </dgm:pt>
    <dgm:pt modelId="{B3315062-9238-43D3-8E0F-19D576CE0226}" type="pres">
      <dgm:prSet presAssocID="{C2DB6247-648C-4F5D-A60A-F9DDF26EBA2C}" presName="composite" presStyleCnt="0"/>
      <dgm:spPr/>
    </dgm:pt>
    <dgm:pt modelId="{A549478F-C451-44DD-9DF9-B6FF3EA17DFE}" type="pres">
      <dgm:prSet presAssocID="{C2DB6247-648C-4F5D-A60A-F9DDF26EBA2C}" presName="background" presStyleLbl="node0" presStyleIdx="0" presStyleCnt="2"/>
      <dgm:spPr/>
    </dgm:pt>
    <dgm:pt modelId="{D67B777B-429F-4DD7-9EC1-2F04B9CE12B2}" type="pres">
      <dgm:prSet presAssocID="{C2DB6247-648C-4F5D-A60A-F9DDF26EBA2C}" presName="text" presStyleLbl="fgAcc0" presStyleIdx="0" presStyleCnt="2">
        <dgm:presLayoutVars>
          <dgm:chPref val="3"/>
        </dgm:presLayoutVars>
      </dgm:prSet>
      <dgm:spPr/>
    </dgm:pt>
    <dgm:pt modelId="{16F46D7C-8086-469F-9CC4-B29D7107A1F2}" type="pres">
      <dgm:prSet presAssocID="{C2DB6247-648C-4F5D-A60A-F9DDF26EBA2C}" presName="hierChild2" presStyleCnt="0"/>
      <dgm:spPr/>
    </dgm:pt>
    <dgm:pt modelId="{FE18585F-3D0B-44EE-89C1-3D9CD039C308}" type="pres">
      <dgm:prSet presAssocID="{5A7FAE56-1B7C-467A-A770-5B2300398EA1}" presName="hierRoot1" presStyleCnt="0"/>
      <dgm:spPr/>
    </dgm:pt>
    <dgm:pt modelId="{7D7CB2AD-B2E0-481F-941C-75F98C3013BC}" type="pres">
      <dgm:prSet presAssocID="{5A7FAE56-1B7C-467A-A770-5B2300398EA1}" presName="composite" presStyleCnt="0"/>
      <dgm:spPr/>
    </dgm:pt>
    <dgm:pt modelId="{8D4E3B01-B1F9-40AD-968F-75FF460453F1}" type="pres">
      <dgm:prSet presAssocID="{5A7FAE56-1B7C-467A-A770-5B2300398EA1}" presName="background" presStyleLbl="node0" presStyleIdx="1" presStyleCnt="2"/>
      <dgm:spPr/>
    </dgm:pt>
    <dgm:pt modelId="{3CD3A22E-CFEA-412C-AFF3-C3CD012D95AC}" type="pres">
      <dgm:prSet presAssocID="{5A7FAE56-1B7C-467A-A770-5B2300398EA1}" presName="text" presStyleLbl="fgAcc0" presStyleIdx="1" presStyleCnt="2">
        <dgm:presLayoutVars>
          <dgm:chPref val="3"/>
        </dgm:presLayoutVars>
      </dgm:prSet>
      <dgm:spPr/>
    </dgm:pt>
    <dgm:pt modelId="{3DF815E8-88B3-4AC0-A0BA-0CBEF47952A1}" type="pres">
      <dgm:prSet presAssocID="{5A7FAE56-1B7C-467A-A770-5B2300398EA1}" presName="hierChild2" presStyleCnt="0"/>
      <dgm:spPr/>
    </dgm:pt>
  </dgm:ptLst>
  <dgm:cxnLst>
    <dgm:cxn modelId="{AD3CB928-EAA9-4208-BEFE-FA00BB9B8CCA}" type="presOf" srcId="{1D39B5A1-557E-432E-9177-FBC72C463F42}" destId="{9ED5669A-0B0F-45E8-BE60-6F467C987551}" srcOrd="0" destOrd="0" presId="urn:microsoft.com/office/officeart/2005/8/layout/hierarchy1"/>
    <dgm:cxn modelId="{1B5A9C48-1598-4935-9230-D09D9C258189}" srcId="{1D39B5A1-557E-432E-9177-FBC72C463F42}" destId="{5A7FAE56-1B7C-467A-A770-5B2300398EA1}" srcOrd="1" destOrd="0" parTransId="{C704E380-9AA3-438A-B5C7-53AC893FB66D}" sibTransId="{2A80DA11-2C46-43CF-B111-F3F67D281F7B}"/>
    <dgm:cxn modelId="{FA7CF0A8-8810-4C27-87AF-66A11BF04E4D}" type="presOf" srcId="{C2DB6247-648C-4F5D-A60A-F9DDF26EBA2C}" destId="{D67B777B-429F-4DD7-9EC1-2F04B9CE12B2}" srcOrd="0" destOrd="0" presId="urn:microsoft.com/office/officeart/2005/8/layout/hierarchy1"/>
    <dgm:cxn modelId="{492E50E0-9245-43AA-86DA-3B101AEE1964}" type="presOf" srcId="{5A7FAE56-1B7C-467A-A770-5B2300398EA1}" destId="{3CD3A22E-CFEA-412C-AFF3-C3CD012D95AC}" srcOrd="0" destOrd="0" presId="urn:microsoft.com/office/officeart/2005/8/layout/hierarchy1"/>
    <dgm:cxn modelId="{9C0917E1-861B-491D-AE46-DC40ABBB05B0}" srcId="{1D39B5A1-557E-432E-9177-FBC72C463F42}" destId="{C2DB6247-648C-4F5D-A60A-F9DDF26EBA2C}" srcOrd="0" destOrd="0" parTransId="{9E38761E-101D-4933-9E9E-8C3352B5EF30}" sibTransId="{2875428F-4812-4142-BC2D-B43F6068181C}"/>
    <dgm:cxn modelId="{53598F9C-847A-42A2-9342-4B4C5B6DBD40}" type="presParOf" srcId="{9ED5669A-0B0F-45E8-BE60-6F467C987551}" destId="{359AE0C4-AA64-4A5B-8E82-9ACD99B2ECAA}" srcOrd="0" destOrd="0" presId="urn:microsoft.com/office/officeart/2005/8/layout/hierarchy1"/>
    <dgm:cxn modelId="{489F47B6-0A67-4F08-A549-02885A3B433F}" type="presParOf" srcId="{359AE0C4-AA64-4A5B-8E82-9ACD99B2ECAA}" destId="{B3315062-9238-43D3-8E0F-19D576CE0226}" srcOrd="0" destOrd="0" presId="urn:microsoft.com/office/officeart/2005/8/layout/hierarchy1"/>
    <dgm:cxn modelId="{C95B355B-B8B3-4E17-9A5D-FEE24FE1D44A}" type="presParOf" srcId="{B3315062-9238-43D3-8E0F-19D576CE0226}" destId="{A549478F-C451-44DD-9DF9-B6FF3EA17DFE}" srcOrd="0" destOrd="0" presId="urn:microsoft.com/office/officeart/2005/8/layout/hierarchy1"/>
    <dgm:cxn modelId="{70114C07-C979-41D7-955F-F2D83BE8F6DC}" type="presParOf" srcId="{B3315062-9238-43D3-8E0F-19D576CE0226}" destId="{D67B777B-429F-4DD7-9EC1-2F04B9CE12B2}" srcOrd="1" destOrd="0" presId="urn:microsoft.com/office/officeart/2005/8/layout/hierarchy1"/>
    <dgm:cxn modelId="{8BF71F60-7ED0-4117-A556-B92D07DC9302}" type="presParOf" srcId="{359AE0C4-AA64-4A5B-8E82-9ACD99B2ECAA}" destId="{16F46D7C-8086-469F-9CC4-B29D7107A1F2}" srcOrd="1" destOrd="0" presId="urn:microsoft.com/office/officeart/2005/8/layout/hierarchy1"/>
    <dgm:cxn modelId="{4C653551-149D-4138-8FD8-7EDB7B3AC86F}" type="presParOf" srcId="{9ED5669A-0B0F-45E8-BE60-6F467C987551}" destId="{FE18585F-3D0B-44EE-89C1-3D9CD039C308}" srcOrd="1" destOrd="0" presId="urn:microsoft.com/office/officeart/2005/8/layout/hierarchy1"/>
    <dgm:cxn modelId="{91F0341A-2A5D-4DA2-9078-BF50107B9DFE}" type="presParOf" srcId="{FE18585F-3D0B-44EE-89C1-3D9CD039C308}" destId="{7D7CB2AD-B2E0-481F-941C-75F98C3013BC}" srcOrd="0" destOrd="0" presId="urn:microsoft.com/office/officeart/2005/8/layout/hierarchy1"/>
    <dgm:cxn modelId="{0A4F3FE7-B01F-4C55-BEB1-BED5C40627B1}" type="presParOf" srcId="{7D7CB2AD-B2E0-481F-941C-75F98C3013BC}" destId="{8D4E3B01-B1F9-40AD-968F-75FF460453F1}" srcOrd="0" destOrd="0" presId="urn:microsoft.com/office/officeart/2005/8/layout/hierarchy1"/>
    <dgm:cxn modelId="{2C3AA9A4-65A8-43FE-A99F-CD4012F91C76}" type="presParOf" srcId="{7D7CB2AD-B2E0-481F-941C-75F98C3013BC}" destId="{3CD3A22E-CFEA-412C-AFF3-C3CD012D95AC}" srcOrd="1" destOrd="0" presId="urn:microsoft.com/office/officeart/2005/8/layout/hierarchy1"/>
    <dgm:cxn modelId="{927F7B13-5875-4F98-A785-CDF45EABFA75}" type="presParOf" srcId="{FE18585F-3D0B-44EE-89C1-3D9CD039C308}" destId="{3DF815E8-88B3-4AC0-A0BA-0CBEF47952A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04492D7-9517-4AD0-BDF3-52DC54F321C2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9F990B0-8A99-40FA-A4E8-F8DD4F8C10F2}">
      <dgm:prSet/>
      <dgm:spPr/>
      <dgm:t>
        <a:bodyPr/>
        <a:lstStyle/>
        <a:p>
          <a:r>
            <a:rPr lang="en-US"/>
            <a:t>Summary of key learnings.</a:t>
          </a:r>
        </a:p>
      </dgm:t>
    </dgm:pt>
    <dgm:pt modelId="{6AA67539-6A90-4AFA-A8B8-A721FDBFE225}" type="parTrans" cxnId="{45F50308-635C-49B8-9FCD-29F99A4BCD6C}">
      <dgm:prSet/>
      <dgm:spPr/>
      <dgm:t>
        <a:bodyPr/>
        <a:lstStyle/>
        <a:p>
          <a:endParaRPr lang="en-US"/>
        </a:p>
      </dgm:t>
    </dgm:pt>
    <dgm:pt modelId="{6F6A1228-1985-49C5-9599-5DC5E6759205}" type="sibTrans" cxnId="{45F50308-635C-49B8-9FCD-29F99A4BCD6C}">
      <dgm:prSet/>
      <dgm:spPr/>
      <dgm:t>
        <a:bodyPr/>
        <a:lstStyle/>
        <a:p>
          <a:endParaRPr lang="en-US"/>
        </a:p>
      </dgm:t>
    </dgm:pt>
    <dgm:pt modelId="{10392896-4B7E-48F4-AEA1-CEEA98F6B6A0}">
      <dgm:prSet/>
      <dgm:spPr/>
      <dgm:t>
        <a:bodyPr/>
        <a:lstStyle/>
        <a:p>
          <a:r>
            <a:rPr lang="en-US"/>
            <a:t>Resources for further study and practice.</a:t>
          </a:r>
        </a:p>
      </dgm:t>
    </dgm:pt>
    <dgm:pt modelId="{4D2F5770-2102-4F41-98FE-012C95F26622}" type="parTrans" cxnId="{CA838136-179B-48D6-9C0A-8144845812BD}">
      <dgm:prSet/>
      <dgm:spPr/>
      <dgm:t>
        <a:bodyPr/>
        <a:lstStyle/>
        <a:p>
          <a:endParaRPr lang="en-US"/>
        </a:p>
      </dgm:t>
    </dgm:pt>
    <dgm:pt modelId="{E7103781-B231-45A3-BB77-E57C78788B0B}" type="sibTrans" cxnId="{CA838136-179B-48D6-9C0A-8144845812BD}">
      <dgm:prSet/>
      <dgm:spPr/>
      <dgm:t>
        <a:bodyPr/>
        <a:lstStyle/>
        <a:p>
          <a:endParaRPr lang="en-US"/>
        </a:p>
      </dgm:t>
    </dgm:pt>
    <dgm:pt modelId="{49562DD3-0FA7-44F3-94E2-34A9DE2EF21E}" type="pres">
      <dgm:prSet presAssocID="{B04492D7-9517-4AD0-BDF3-52DC54F321C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790FA8D-A707-45C5-9BFA-6FFEEFB332A1}" type="pres">
      <dgm:prSet presAssocID="{B9F990B0-8A99-40FA-A4E8-F8DD4F8C10F2}" presName="hierRoot1" presStyleCnt="0"/>
      <dgm:spPr/>
    </dgm:pt>
    <dgm:pt modelId="{8B753169-9EDD-4D57-A7F6-BB003964D216}" type="pres">
      <dgm:prSet presAssocID="{B9F990B0-8A99-40FA-A4E8-F8DD4F8C10F2}" presName="composite" presStyleCnt="0"/>
      <dgm:spPr/>
    </dgm:pt>
    <dgm:pt modelId="{7EC2C916-29F4-4918-843C-D8253E3B9723}" type="pres">
      <dgm:prSet presAssocID="{B9F990B0-8A99-40FA-A4E8-F8DD4F8C10F2}" presName="background" presStyleLbl="node0" presStyleIdx="0" presStyleCnt="2"/>
      <dgm:spPr/>
    </dgm:pt>
    <dgm:pt modelId="{FEDA5912-C5AA-4408-BFDA-CD77C7683473}" type="pres">
      <dgm:prSet presAssocID="{B9F990B0-8A99-40FA-A4E8-F8DD4F8C10F2}" presName="text" presStyleLbl="fgAcc0" presStyleIdx="0" presStyleCnt="2">
        <dgm:presLayoutVars>
          <dgm:chPref val="3"/>
        </dgm:presLayoutVars>
      </dgm:prSet>
      <dgm:spPr/>
    </dgm:pt>
    <dgm:pt modelId="{02650ABC-EE6F-4D61-8F5C-1630E93ADC72}" type="pres">
      <dgm:prSet presAssocID="{B9F990B0-8A99-40FA-A4E8-F8DD4F8C10F2}" presName="hierChild2" presStyleCnt="0"/>
      <dgm:spPr/>
    </dgm:pt>
    <dgm:pt modelId="{30A31EEB-5B79-4554-B2D9-1DF03C262066}" type="pres">
      <dgm:prSet presAssocID="{10392896-4B7E-48F4-AEA1-CEEA98F6B6A0}" presName="hierRoot1" presStyleCnt="0"/>
      <dgm:spPr/>
    </dgm:pt>
    <dgm:pt modelId="{1909B673-F292-4802-A17F-EBD853390AF1}" type="pres">
      <dgm:prSet presAssocID="{10392896-4B7E-48F4-AEA1-CEEA98F6B6A0}" presName="composite" presStyleCnt="0"/>
      <dgm:spPr/>
    </dgm:pt>
    <dgm:pt modelId="{39423479-39A6-40D6-B1AB-188A2801E474}" type="pres">
      <dgm:prSet presAssocID="{10392896-4B7E-48F4-AEA1-CEEA98F6B6A0}" presName="background" presStyleLbl="node0" presStyleIdx="1" presStyleCnt="2"/>
      <dgm:spPr/>
    </dgm:pt>
    <dgm:pt modelId="{15E408FC-B30A-44D4-91F8-32BB7B7F19D0}" type="pres">
      <dgm:prSet presAssocID="{10392896-4B7E-48F4-AEA1-CEEA98F6B6A0}" presName="text" presStyleLbl="fgAcc0" presStyleIdx="1" presStyleCnt="2">
        <dgm:presLayoutVars>
          <dgm:chPref val="3"/>
        </dgm:presLayoutVars>
      </dgm:prSet>
      <dgm:spPr/>
    </dgm:pt>
    <dgm:pt modelId="{A3BF1A18-1DCB-4AA3-99A2-06FF7C4DA26A}" type="pres">
      <dgm:prSet presAssocID="{10392896-4B7E-48F4-AEA1-CEEA98F6B6A0}" presName="hierChild2" presStyleCnt="0"/>
      <dgm:spPr/>
    </dgm:pt>
  </dgm:ptLst>
  <dgm:cxnLst>
    <dgm:cxn modelId="{45F50308-635C-49B8-9FCD-29F99A4BCD6C}" srcId="{B04492D7-9517-4AD0-BDF3-52DC54F321C2}" destId="{B9F990B0-8A99-40FA-A4E8-F8DD4F8C10F2}" srcOrd="0" destOrd="0" parTransId="{6AA67539-6A90-4AFA-A8B8-A721FDBFE225}" sibTransId="{6F6A1228-1985-49C5-9599-5DC5E6759205}"/>
    <dgm:cxn modelId="{CA838136-179B-48D6-9C0A-8144845812BD}" srcId="{B04492D7-9517-4AD0-BDF3-52DC54F321C2}" destId="{10392896-4B7E-48F4-AEA1-CEEA98F6B6A0}" srcOrd="1" destOrd="0" parTransId="{4D2F5770-2102-4F41-98FE-012C95F26622}" sibTransId="{E7103781-B231-45A3-BB77-E57C78788B0B}"/>
    <dgm:cxn modelId="{0CAFD56B-F514-409C-98CF-DB7862670693}" type="presOf" srcId="{10392896-4B7E-48F4-AEA1-CEEA98F6B6A0}" destId="{15E408FC-B30A-44D4-91F8-32BB7B7F19D0}" srcOrd="0" destOrd="0" presId="urn:microsoft.com/office/officeart/2005/8/layout/hierarchy1"/>
    <dgm:cxn modelId="{AC01976D-3950-41FC-9924-B00FFFC7DE4B}" type="presOf" srcId="{B04492D7-9517-4AD0-BDF3-52DC54F321C2}" destId="{49562DD3-0FA7-44F3-94E2-34A9DE2EF21E}" srcOrd="0" destOrd="0" presId="urn:microsoft.com/office/officeart/2005/8/layout/hierarchy1"/>
    <dgm:cxn modelId="{BF3FCA5A-279C-419E-8D06-CCECA66AE9B4}" type="presOf" srcId="{B9F990B0-8A99-40FA-A4E8-F8DD4F8C10F2}" destId="{FEDA5912-C5AA-4408-BFDA-CD77C7683473}" srcOrd="0" destOrd="0" presId="urn:microsoft.com/office/officeart/2005/8/layout/hierarchy1"/>
    <dgm:cxn modelId="{4058CD27-7B4B-410D-BAFD-916754DDAC21}" type="presParOf" srcId="{49562DD3-0FA7-44F3-94E2-34A9DE2EF21E}" destId="{B790FA8D-A707-45C5-9BFA-6FFEEFB332A1}" srcOrd="0" destOrd="0" presId="urn:microsoft.com/office/officeart/2005/8/layout/hierarchy1"/>
    <dgm:cxn modelId="{D04BCB4D-435B-46AE-8C9E-FED295530011}" type="presParOf" srcId="{B790FA8D-A707-45C5-9BFA-6FFEEFB332A1}" destId="{8B753169-9EDD-4D57-A7F6-BB003964D216}" srcOrd="0" destOrd="0" presId="urn:microsoft.com/office/officeart/2005/8/layout/hierarchy1"/>
    <dgm:cxn modelId="{2479E41F-E4B7-4229-BAE5-AB4C1E1437B2}" type="presParOf" srcId="{8B753169-9EDD-4D57-A7F6-BB003964D216}" destId="{7EC2C916-29F4-4918-843C-D8253E3B9723}" srcOrd="0" destOrd="0" presId="urn:microsoft.com/office/officeart/2005/8/layout/hierarchy1"/>
    <dgm:cxn modelId="{6AEB341E-7115-4A58-A68E-F54ECC266245}" type="presParOf" srcId="{8B753169-9EDD-4D57-A7F6-BB003964D216}" destId="{FEDA5912-C5AA-4408-BFDA-CD77C7683473}" srcOrd="1" destOrd="0" presId="urn:microsoft.com/office/officeart/2005/8/layout/hierarchy1"/>
    <dgm:cxn modelId="{9F9FAD1D-D038-4827-90A2-A0C9EAA500AE}" type="presParOf" srcId="{B790FA8D-A707-45C5-9BFA-6FFEEFB332A1}" destId="{02650ABC-EE6F-4D61-8F5C-1630E93ADC72}" srcOrd="1" destOrd="0" presId="urn:microsoft.com/office/officeart/2005/8/layout/hierarchy1"/>
    <dgm:cxn modelId="{055FF45F-5EC6-4F0B-BF85-686A14BC40FE}" type="presParOf" srcId="{49562DD3-0FA7-44F3-94E2-34A9DE2EF21E}" destId="{30A31EEB-5B79-4554-B2D9-1DF03C262066}" srcOrd="1" destOrd="0" presId="urn:microsoft.com/office/officeart/2005/8/layout/hierarchy1"/>
    <dgm:cxn modelId="{1B77339B-AD5D-4CD5-B8CA-FC9942D44CAA}" type="presParOf" srcId="{30A31EEB-5B79-4554-B2D9-1DF03C262066}" destId="{1909B673-F292-4802-A17F-EBD853390AF1}" srcOrd="0" destOrd="0" presId="urn:microsoft.com/office/officeart/2005/8/layout/hierarchy1"/>
    <dgm:cxn modelId="{65C1FE2A-9615-4390-923B-A5E9DDBB3D3E}" type="presParOf" srcId="{1909B673-F292-4802-A17F-EBD853390AF1}" destId="{39423479-39A6-40D6-B1AB-188A2801E474}" srcOrd="0" destOrd="0" presId="urn:microsoft.com/office/officeart/2005/8/layout/hierarchy1"/>
    <dgm:cxn modelId="{E7305051-4B7B-4787-935C-6381CAC6575B}" type="presParOf" srcId="{1909B673-F292-4802-A17F-EBD853390AF1}" destId="{15E408FC-B30A-44D4-91F8-32BB7B7F19D0}" srcOrd="1" destOrd="0" presId="urn:microsoft.com/office/officeart/2005/8/layout/hierarchy1"/>
    <dgm:cxn modelId="{1892A2D7-1EC9-4746-B3B0-833662507443}" type="presParOf" srcId="{30A31EEB-5B79-4554-B2D9-1DF03C262066}" destId="{A3BF1A18-1DCB-4AA3-99A2-06FF7C4DA26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42833-8437-4A42-AED1-BB1BA3530C59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B90C3-6B3B-4570-986B-BEECC80C806A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Overview of Java and its applications.</a:t>
          </a:r>
        </a:p>
      </dsp:txBody>
      <dsp:txXfrm>
        <a:off x="456496" y="980400"/>
        <a:ext cx="3381034" cy="2099279"/>
      </dsp:txXfrm>
    </dsp:sp>
    <dsp:sp modelId="{BF7EA392-C79E-4F1D-A1D7-A9EE081118F9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A2092-D907-407F-951D-E67B65138CF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Why Java is suitable for this project.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F4A0C-C318-44A2-B3BB-C7242CEE609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F6921-98D2-4EEF-BBFD-491CDF1E4BE6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Understanding the anatomy of a Java program.</a:t>
          </a:r>
        </a:p>
      </dsp:txBody>
      <dsp:txXfrm>
        <a:off x="456496" y="980400"/>
        <a:ext cx="3381034" cy="2099279"/>
      </dsp:txXfrm>
    </dsp:sp>
    <dsp:sp modelId="{B66B1B74-8155-425C-BBE0-DDCF8CB2A74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EF6F6-1EB5-42CC-966C-08EFAADDC994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Introduction to classes, methods, and the main method.</a:t>
          </a:r>
        </a:p>
      </dsp:txBody>
      <dsp:txXfrm>
        <a:off x="4748523" y="980400"/>
        <a:ext cx="3381034" cy="2099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2CAD6-BEE0-4DDB-9709-1D1FA315AD7B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FE05D-8B05-4221-A320-ADA9D6820554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Steps to install JDK and set up an IDE.</a:t>
          </a:r>
        </a:p>
      </dsp:txBody>
      <dsp:txXfrm>
        <a:off x="456496" y="980400"/>
        <a:ext cx="3381034" cy="2099279"/>
      </dsp:txXfrm>
    </dsp:sp>
    <dsp:sp modelId="{3E0A157F-F3D8-4B94-B552-65F6D170BC5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C61AA-3EB8-48D7-8DD1-07E2EBE5B57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Compiling and running Java programs.</a:t>
          </a:r>
        </a:p>
      </dsp:txBody>
      <dsp:txXfrm>
        <a:off x="4748523" y="980400"/>
        <a:ext cx="3381034" cy="20992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CD9E7-7F39-4FAB-9533-5B6EA96BAD93}">
      <dsp:nvSpPr>
        <dsp:cNvPr id="0" name=""/>
        <dsp:cNvSpPr/>
      </dsp:nvSpPr>
      <dsp:spPr>
        <a:xfrm>
          <a:off x="2536" y="0"/>
          <a:ext cx="3899148" cy="37337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149" tIns="0" rIns="38514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Using the Scanner class for reading input.</a:t>
          </a:r>
        </a:p>
      </dsp:txBody>
      <dsp:txXfrm>
        <a:off x="2536" y="1493519"/>
        <a:ext cx="3899148" cy="2240279"/>
      </dsp:txXfrm>
    </dsp:sp>
    <dsp:sp modelId="{334F9874-2F88-41E1-8F04-A475DF58639A}">
      <dsp:nvSpPr>
        <dsp:cNvPr id="0" name=""/>
        <dsp:cNvSpPr/>
      </dsp:nvSpPr>
      <dsp:spPr>
        <a:xfrm>
          <a:off x="2536" y="0"/>
          <a:ext cx="3899148" cy="149351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149" tIns="165100" rIns="38514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536" y="0"/>
        <a:ext cx="3899148" cy="1493519"/>
      </dsp:txXfrm>
    </dsp:sp>
    <dsp:sp modelId="{E9532C87-4984-474E-A169-180E11930E2E}">
      <dsp:nvSpPr>
        <dsp:cNvPr id="0" name=""/>
        <dsp:cNvSpPr/>
      </dsp:nvSpPr>
      <dsp:spPr>
        <a:xfrm>
          <a:off x="4213615" y="0"/>
          <a:ext cx="3899148" cy="37337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149" tIns="0" rIns="38514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Displaying output using System.out.println().</a:t>
          </a:r>
        </a:p>
      </dsp:txBody>
      <dsp:txXfrm>
        <a:off x="4213615" y="1493519"/>
        <a:ext cx="3899148" cy="2240279"/>
      </dsp:txXfrm>
    </dsp:sp>
    <dsp:sp modelId="{53EA5E92-15FA-4DE2-B730-228201B73382}">
      <dsp:nvSpPr>
        <dsp:cNvPr id="0" name=""/>
        <dsp:cNvSpPr/>
      </dsp:nvSpPr>
      <dsp:spPr>
        <a:xfrm>
          <a:off x="4213615" y="0"/>
          <a:ext cx="3899148" cy="149351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149" tIns="165100" rIns="38514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4213615" y="0"/>
        <a:ext cx="3899148" cy="14935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A7009A-CD90-431F-9E4D-D5A2E8616498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33C70-D513-45CB-ADE4-9AECEA5AE63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If-else statements for making decisions.</a:t>
          </a:r>
        </a:p>
      </dsp:txBody>
      <dsp:txXfrm>
        <a:off x="456496" y="980400"/>
        <a:ext cx="3381034" cy="2099279"/>
      </dsp:txXfrm>
    </dsp:sp>
    <dsp:sp modelId="{F834D931-D9D2-4B06-96C1-3C4431A00DBD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17C3F-401B-43B0-B3A6-5CA3AA89FE2A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Looping constructs (for and while loops).</a:t>
          </a:r>
        </a:p>
      </dsp:txBody>
      <dsp:txXfrm>
        <a:off x="4748523" y="980400"/>
        <a:ext cx="3381034" cy="209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FE12A-50D2-4B97-AC7C-E0E63B0A613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DFE29-3F0C-4F72-B782-329BCDD6AF4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String basics and common methods.</a:t>
          </a:r>
        </a:p>
      </dsp:txBody>
      <dsp:txXfrm>
        <a:off x="456496" y="980400"/>
        <a:ext cx="3381034" cy="2099279"/>
      </dsp:txXfrm>
    </dsp:sp>
    <dsp:sp modelId="{25C68851-C982-4FFB-A743-AEEF1A20BD8D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D878A-6952-4ABF-8CB0-CEC7F58804AA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Checking the length and accessing characters.</a:t>
          </a:r>
        </a:p>
      </dsp:txBody>
      <dsp:txXfrm>
        <a:off x="4748523" y="980400"/>
        <a:ext cx="3381034" cy="20992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BFAB3F-8ED7-4ADC-87EC-A7CC0ACC105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E0B2A-F19D-4807-B150-BA14E673033C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Overview of the Character class.</a:t>
          </a:r>
        </a:p>
      </dsp:txBody>
      <dsp:txXfrm>
        <a:off x="456496" y="980400"/>
        <a:ext cx="3381034" cy="2099279"/>
      </dsp:txXfrm>
    </dsp:sp>
    <dsp:sp modelId="{B8244144-C74D-4D42-9ADD-DF9B8CB745B7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73A6F-2B0D-4CA8-8236-3254FB603A3B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Using isUpperCase(), isLowerCase(), and isDigit() methods.</a:t>
          </a:r>
        </a:p>
      </dsp:txBody>
      <dsp:txXfrm>
        <a:off x="4748523" y="980400"/>
        <a:ext cx="3381034" cy="20992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6EF5A-5B15-4B0B-B3D2-699B106022E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5FB60-DAD1-4EB2-93A1-62613E7CFCA1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Creating methods to encapsulate functionality.</a:t>
          </a:r>
        </a:p>
      </dsp:txBody>
      <dsp:txXfrm>
        <a:off x="456496" y="980400"/>
        <a:ext cx="3381034" cy="2099279"/>
      </dsp:txXfrm>
    </dsp:sp>
    <dsp:sp modelId="{0FD9DC96-65E8-42BA-92D5-D4D7959CD443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3C53A-9473-43E2-9386-2ECD50B7EFA9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Parameters, return types, and calling methods.</a:t>
          </a:r>
        </a:p>
      </dsp:txBody>
      <dsp:txXfrm>
        <a:off x="4748523" y="980400"/>
        <a:ext cx="3381034" cy="20992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9478F-C451-44DD-9DF9-B6FF3EA17DFE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B777B-429F-4DD7-9EC1-2F04B9CE12B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Combining all the concepts to build the Password Verifier program.</a:t>
          </a:r>
        </a:p>
      </dsp:txBody>
      <dsp:txXfrm>
        <a:off x="456496" y="980400"/>
        <a:ext cx="3381034" cy="2099279"/>
      </dsp:txXfrm>
    </dsp:sp>
    <dsp:sp modelId="{8D4E3B01-B1F9-40AD-968F-75FF460453F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3A22E-CFEA-412C-AFF3-C3CD012D95AC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Overview of how each piece fits into the project.</a:t>
          </a:r>
        </a:p>
      </dsp:txBody>
      <dsp:txXfrm>
        <a:off x="4748523" y="980400"/>
        <a:ext cx="3381034" cy="209927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2C916-29F4-4918-843C-D8253E3B972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A5912-C5AA-4408-BFDA-CD77C7683473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Summary of key learnings.</a:t>
          </a:r>
        </a:p>
      </dsp:txBody>
      <dsp:txXfrm>
        <a:off x="456496" y="980400"/>
        <a:ext cx="3381034" cy="2099279"/>
      </dsp:txXfrm>
    </dsp:sp>
    <dsp:sp modelId="{39423479-39A6-40D6-B1AB-188A2801E474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408FC-B30A-44D4-91F8-32BB7B7F19D0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Resources for further study and practice.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Essential Java Knowledge for </a:t>
            </a:r>
            <a:b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Password Verifier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guide to the Java concepts needed to build a password verification program.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Introduction to Java Programming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99DC0B-1A5A-BD4F-2AE8-D49FBA3DF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145376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Basic Java Syntax and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66C477-6ABF-454B-D76A-87EAF4F988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21873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Setting Up the Java Development Environment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EEF414-DE7A-90E0-F403-17A1DA692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0592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Input and Output in Java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AA87A2-58DF-02AF-C4B6-57C8A53BA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7340115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Control Flow Statements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1601CC-627B-2F1C-DE98-A07E16F68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04822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Working with Strings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D9D1ED-2D27-8BA4-BFB6-213BCFB93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081261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Character Methods in Java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5CBFFA-DA08-E059-D08D-78CE7C7C2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37565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Defining and Using Methods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BBA93-D55A-4CAA-7C8E-E1603CF75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27349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 Handling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Introduction to try-catch blocks for basic error handling.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Putting It All Together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D92F6C-FED2-5C1C-D18E-8F9AE43DF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2618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 and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43D40B-C9B9-E9B5-98DD-B5C072811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41565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237</Words>
  <Application>Microsoft Office PowerPoint</Application>
  <PresentationFormat>On-screen Show (4:3)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Essential Java Knowledge for  the Password Verifier Project</vt:lpstr>
      <vt:lpstr>Introduction to Java Programming</vt:lpstr>
      <vt:lpstr>Basic Java Syntax and Structure</vt:lpstr>
      <vt:lpstr>Setting Up the Java Development Environment</vt:lpstr>
      <vt:lpstr>Input and Output in Java</vt:lpstr>
      <vt:lpstr>Control Flow Statements</vt:lpstr>
      <vt:lpstr>Working with Strings</vt:lpstr>
      <vt:lpstr>Character Methods in Java</vt:lpstr>
      <vt:lpstr>Defining and Using Methods</vt:lpstr>
      <vt:lpstr>Error Handling Basics</vt:lpstr>
      <vt:lpstr>Putting It All Together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Addington</dc:creator>
  <cp:keywords/>
  <dc:description>generated using python-pptx</dc:description>
  <cp:lastModifiedBy>Samuel Addington</cp:lastModifiedBy>
  <cp:revision>2</cp:revision>
  <dcterms:created xsi:type="dcterms:W3CDTF">2013-01-27T09:14:16Z</dcterms:created>
  <dcterms:modified xsi:type="dcterms:W3CDTF">2024-09-16T06:43:45Z</dcterms:modified>
  <cp:category/>
</cp:coreProperties>
</file>