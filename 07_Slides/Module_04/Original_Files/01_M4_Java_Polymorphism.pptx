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70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7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67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7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1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07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2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5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31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65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1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43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7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2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8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37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Polymorphism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An Overview of Polymorphism in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Polymorphism?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700717" cy="3970806"/>
          </a:xfrm>
        </p:spPr>
        <p:txBody>
          <a:bodyPr/>
          <a:lstStyle/>
          <a:p>
            <a:r>
              <a:rPr dirty="0"/>
              <a:t>Polymorphism is one of the four pillars of Object-Oriented Programming (OOP). It allows objects of different classes to be treated as objects of a common superclass. It is implemented through method overloading and method overriding.</a:t>
            </a:r>
            <a:endParaRPr lang="en-US" dirty="0"/>
          </a:p>
          <a:p>
            <a:endParaRPr dirty="0"/>
          </a:p>
          <a:p>
            <a:r>
              <a:rPr dirty="0"/>
              <a:t>Types of Polymorphism:</a:t>
            </a:r>
          </a:p>
          <a:p>
            <a:pPr lvl="1"/>
            <a:r>
              <a:rPr dirty="0"/>
              <a:t>1. Compile-time Polymorphism (Method Overloading)</a:t>
            </a:r>
          </a:p>
          <a:p>
            <a:pPr lvl="1"/>
            <a:r>
              <a:rPr dirty="0"/>
              <a:t>2. Runtime Polymorphism (Method Overriding)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Method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Method overloading allows a class to have multiple methods with the same name but different parameters.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class Calculator {</a:t>
            </a:r>
          </a:p>
          <a:p>
            <a:pPr marL="0" indent="0">
              <a:buNone/>
            </a:pPr>
            <a:r>
              <a:rPr dirty="0"/>
              <a:t>   int add(int a, int b) { return a + b; }</a:t>
            </a:r>
          </a:p>
          <a:p>
            <a:pPr marL="0" indent="0">
              <a:buNone/>
            </a:pPr>
            <a:r>
              <a:rPr dirty="0"/>
              <a:t>   double add(double a, double b) { return a + b;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2: Method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602041" cy="3819502"/>
          </a:xfrm>
        </p:spPr>
        <p:txBody>
          <a:bodyPr>
            <a:normAutofit lnSpcReduction="10000"/>
          </a:bodyPr>
          <a:lstStyle/>
          <a:p>
            <a:r>
              <a:rPr dirty="0"/>
              <a:t>Method overriding occurs when a subclass provides a specific implementation of a method already defined in its superclass.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class Animal {</a:t>
            </a:r>
          </a:p>
          <a:p>
            <a:pPr marL="0" indent="0">
              <a:buNone/>
            </a:pPr>
            <a:r>
              <a:rPr dirty="0"/>
              <a:t>   void sound() { </a:t>
            </a:r>
            <a:r>
              <a:rPr dirty="0" err="1"/>
              <a:t>System.out.println</a:t>
            </a:r>
            <a:r>
              <a:rPr dirty="0"/>
              <a:t>('Animal makes a sound'); }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r>
              <a:rPr dirty="0"/>
              <a:t>class Dog extends Animal {</a:t>
            </a:r>
          </a:p>
          <a:p>
            <a:pPr marL="0" indent="0">
              <a:buNone/>
            </a:pPr>
            <a:r>
              <a:rPr dirty="0"/>
              <a:t>   @Override</a:t>
            </a:r>
          </a:p>
          <a:p>
            <a:pPr marL="0" indent="0">
              <a:buNone/>
            </a:pPr>
            <a:r>
              <a:rPr dirty="0"/>
              <a:t>   void sound() { </a:t>
            </a:r>
            <a:r>
              <a:rPr dirty="0" err="1"/>
              <a:t>System.out.println</a:t>
            </a:r>
            <a:r>
              <a:rPr dirty="0"/>
              <a:t>('Dog barks');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3: Polymorphism with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654668" cy="3911600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Polymorphism is also achieved through interfaces, where different classes implement the same interface but provide different implementations.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interface Shape {</a:t>
            </a:r>
          </a:p>
          <a:p>
            <a:pPr marL="0" indent="0">
              <a:buNone/>
            </a:pPr>
            <a:r>
              <a:rPr dirty="0"/>
              <a:t>   void draw();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r>
              <a:rPr dirty="0"/>
              <a:t>class Circle implements Shape {</a:t>
            </a:r>
          </a:p>
          <a:p>
            <a:pPr marL="0" indent="0">
              <a:buNone/>
            </a:pPr>
            <a:r>
              <a:rPr dirty="0"/>
              <a:t>   public void draw() { </a:t>
            </a:r>
            <a:r>
              <a:rPr dirty="0" err="1"/>
              <a:t>System.out.println</a:t>
            </a:r>
            <a:r>
              <a:rPr dirty="0"/>
              <a:t>('Drawing a Circle'); }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r>
              <a:rPr dirty="0"/>
              <a:t>class Rectangle implements Shape {</a:t>
            </a:r>
          </a:p>
          <a:p>
            <a:pPr marL="0" indent="0">
              <a:buNone/>
            </a:pPr>
            <a:r>
              <a:rPr dirty="0"/>
              <a:t>   public void draw() { </a:t>
            </a:r>
            <a:r>
              <a:rPr dirty="0" err="1"/>
              <a:t>System.out.println</a:t>
            </a:r>
            <a:r>
              <a:rPr dirty="0"/>
              <a:t>('Drawing a Rectangle');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7792815" cy="3924757"/>
          </a:xfrm>
        </p:spPr>
        <p:txBody>
          <a:bodyPr/>
          <a:lstStyle/>
          <a:p>
            <a:r>
              <a:rPr dirty="0"/>
              <a:t>1. Flexibility: Allows methods to process objects of different types with a common interface.</a:t>
            </a:r>
          </a:p>
          <a:p>
            <a:r>
              <a:rPr dirty="0"/>
              <a:t>2. Code Reusability: Allows code to be reused across multiple classes.</a:t>
            </a:r>
          </a:p>
          <a:p>
            <a:r>
              <a:rPr dirty="0"/>
              <a:t>3. Extensibility: New classes can be easily added without changing existing code.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328</Words>
  <Application>Microsoft Office PowerPoint</Application>
  <PresentationFormat>On-screen Show (4:3)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Java Polymorphism</vt:lpstr>
      <vt:lpstr>What is Polymorphism?</vt:lpstr>
      <vt:lpstr>Example 1: Method Overloading</vt:lpstr>
      <vt:lpstr>Example 2: Method Overriding</vt:lpstr>
      <vt:lpstr>Example 3: Polymorphism with Interfaces</vt:lpstr>
      <vt:lpstr>Benefits of Polymorphism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Samuel Addington</dc:creator>
  <cp:keywords/>
  <dc:description>generated using python-pptx</dc:description>
  <cp:lastModifiedBy>Samuel Addington</cp:lastModifiedBy>
  <cp:revision>2</cp:revision>
  <dcterms:created xsi:type="dcterms:W3CDTF">2013-01-27T09:14:16Z</dcterms:created>
  <dcterms:modified xsi:type="dcterms:W3CDTF">2024-09-26T17:53:55Z</dcterms:modified>
  <cp:category/>
</cp:coreProperties>
</file>